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6"/>
  </p:notesMasterIdLst>
  <p:sldIdLst>
    <p:sldId id="257" r:id="rId2"/>
    <p:sldId id="265" r:id="rId3"/>
    <p:sldId id="264" r:id="rId4"/>
    <p:sldId id="258" r:id="rId5"/>
    <p:sldId id="266" r:id="rId6"/>
    <p:sldId id="259" r:id="rId7"/>
    <p:sldId id="267" r:id="rId8"/>
    <p:sldId id="260" r:id="rId9"/>
    <p:sldId id="268" r:id="rId10"/>
    <p:sldId id="261" r:id="rId11"/>
    <p:sldId id="269" r:id="rId12"/>
    <p:sldId id="262" r:id="rId13"/>
    <p:sldId id="263" r:id="rId14"/>
    <p:sldId id="270" r:id="rId15"/>
  </p:sldIdLst>
  <p:sldSz cx="12192000" cy="6858000"/>
  <p:notesSz cx="6858000" cy="12192000"/>
  <p:embeddedFontLst>
    <p:embeddedFont>
      <p:font typeface="Arial Rounded MT Bold" panose="020F0704030504030204" pitchFamily="34" charset="0"/>
      <p:regular r:id="rId17"/>
    </p:embeddedFont>
    <p:embeddedFont>
      <p:font typeface="Barlow Bold" pitchFamily="2" charset="0"/>
      <p:regular r:id="rId18"/>
    </p:embeddedFont>
    <p:embeddedFont>
      <p:font typeface="Cambria" panose="02040503050406030204" pitchFamily="18" charset="0"/>
      <p:regular r:id="rId19"/>
      <p:bold r:id="rId20"/>
      <p:italic r:id="rId21"/>
      <p:boldItalic r:id="rId22"/>
    </p:embeddedFont>
    <p:embeddedFont>
      <p:font typeface="Chiller" pitchFamily="82" charset="0"/>
      <p:regular r:id="rId23"/>
    </p:embeddedFont>
    <p:embeddedFont>
      <p:font typeface="Georgia" panose="02040502050405020303" pitchFamily="18" charset="0"/>
      <p:regular r:id="rId24"/>
      <p:bold r:id="rId25"/>
      <p:italic r:id="rId26"/>
      <p:boldItalic r:id="rId27"/>
    </p:embeddedFont>
    <p:embeddedFont>
      <p:font typeface="Montserrat" pitchFamily="2" charset="0"/>
      <p:regular r:id="rId28"/>
    </p:embeddedFont>
    <p:embeddedFont>
      <p:font typeface="Montserrat Bold" pitchFamily="2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D4E9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211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font" Target="fonts/font2.fntdata" /><Relationship Id="rId26" Type="http://schemas.openxmlformats.org/officeDocument/2006/relationships/font" Target="fonts/font10.fntdata" /><Relationship Id="rId3" Type="http://schemas.openxmlformats.org/officeDocument/2006/relationships/slide" Target="slides/slide2.xml" /><Relationship Id="rId21" Type="http://schemas.openxmlformats.org/officeDocument/2006/relationships/font" Target="fonts/font5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1.fntdata" /><Relationship Id="rId25" Type="http://schemas.openxmlformats.org/officeDocument/2006/relationships/font" Target="fonts/font9.fntdata" /><Relationship Id="rId33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font" Target="fonts/font4.fntdata" /><Relationship Id="rId29" Type="http://schemas.openxmlformats.org/officeDocument/2006/relationships/font" Target="fonts/font13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font" Target="fonts/font8.fntdata" /><Relationship Id="rId32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font" Target="fonts/font7.fntdata" /><Relationship Id="rId28" Type="http://schemas.openxmlformats.org/officeDocument/2006/relationships/font" Target="fonts/font12.fntdata" /><Relationship Id="rId10" Type="http://schemas.openxmlformats.org/officeDocument/2006/relationships/slide" Target="slides/slide9.xml" /><Relationship Id="rId19" Type="http://schemas.openxmlformats.org/officeDocument/2006/relationships/font" Target="fonts/font3.fntdata" /><Relationship Id="rId31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font" Target="fonts/font6.fntdata" /><Relationship Id="rId27" Type="http://schemas.openxmlformats.org/officeDocument/2006/relationships/font" Target="fonts/font11.fntdata" /><Relationship Id="rId30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7244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6CAC7-AA4E-CA76-DBB1-CF76E814A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FA35DE-5A01-F9BD-04D5-34375C5CF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2BCEB9-1A97-FBCC-CF12-B97DFF15A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EC1F3-9FA0-86A8-8230-D96645CA09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87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77FBF-89AF-204D-559F-D43F3DB5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C55201-A71C-46F6-1309-DB3B621BB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18521C-1371-DC7A-D357-A1E9252DA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EA018-3548-8697-4200-0F926661FE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53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F96FA-160F-58C3-CE7D-89E1A7AE9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550B30-F6BB-E608-D6BA-0B605B25B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E6AA95-AF59-7C68-B8B9-8B9184875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24CCB-3AE9-09F3-C71F-B8CC32588C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087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F4C23-68AF-8633-6578-8BBA9C724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41CBC8-D5E1-F8E0-6A19-D04481B93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A730C4-17B6-D9D0-16A5-740F5B4573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7DEBF-660C-7886-7D76-15431319D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8130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194E2-7B24-6B3E-1F30-CD6673877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366837-ADC8-9BFE-C88B-2DFFAC484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1A9AFD-2711-E1B6-D18A-388B6300B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50466-B560-8378-80D4-1D704F9B4D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2303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06A35-1851-229C-F9DA-094EA4E80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A3DD3-7893-8C7B-3742-AB85E6B5DA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EF3C8A-E100-3A7D-AF91-77DC33BAB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1D16E-9542-32F0-F599-F7893B218D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2371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06B86-8B9A-85A8-F3D2-F9CDAE36D2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433C56-9A3C-D7F2-6F8F-5E03AD75AD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94CFF-1363-56E2-4353-607C06616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B4BFD-B5C4-41F0-B812-0B10D5F189C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118D8-3D82-1A9A-4AB7-661894414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366C6-0655-A234-50AE-22848C17F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154DF-11C3-445A-8461-4C58D23A4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61869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26268-1386-1E6F-2AA6-5730F5CD7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E3D78-7348-47EA-5A57-5CEFD323E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509DE-85FF-83E4-37FE-AAB343B52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B4BFD-B5C4-41F0-B812-0B10D5F189C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892A1-8E75-B6BC-EB85-3E91466CD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E7371-245D-3A49-0AA0-9256E5D48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154DF-11C3-445A-8461-4C58D23A4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60338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B4583-0A50-DFA5-7B65-F7F28D923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DBBCD-6051-325B-FAE2-1E0AB13AA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0BA59-5755-BA7C-0FA4-0AC2B33ED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B4BFD-B5C4-41F0-B812-0B10D5F189C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97A92-6692-FAF7-B9B4-10E2EBBA8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FB9A8-05FD-12D2-2883-2017C7D7D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154DF-11C3-445A-8461-4C58D23A4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49129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ED99F-D3E7-3D1D-2016-B954AA9CB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0FC37-7309-5DF3-63EC-57E9CF1F9F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57C2C-2839-E1DA-D539-8CB3A6708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9527-7ADB-377F-3A28-6581B117D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B4BFD-B5C4-41F0-B812-0B10D5F189C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AE2ED-C54F-FE4A-B565-C67EB41A4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44060-E95A-BC4F-3984-DF412FDB1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154DF-11C3-445A-8461-4C58D23A4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66936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DADD5-F487-9015-B6AB-B1CF0FF8A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E06DA-4E67-1876-FCF6-8516767EF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1917E5-3AA5-75D5-03CB-74F5D09EBF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A432E8-3568-C66E-B5E5-D3D0A10458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9C87E-65B4-742F-EFE1-FA1748EA6F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B9AFA5-3BAF-A7A7-06A5-DDE265F83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B4BFD-B5C4-41F0-B812-0B10D5F189C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CEA02E-E372-1211-E2EC-6D13A9B9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B01EB4-CFDF-85A6-804F-97AC93E68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154DF-11C3-445A-8461-4C58D23A4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72187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6B193-A303-734D-B716-801C1AD11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9147DF-4465-96D3-8E58-B93BC24E9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B4BFD-B5C4-41F0-B812-0B10D5F189C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69EB7C-6694-C6B4-3ED3-A47266C3D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116A4B-407C-21FD-7968-7AB39071D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154DF-11C3-445A-8461-4C58D23A4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55391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783DD3-5B54-3A42-3D9E-9711A99BC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B4BFD-B5C4-41F0-B812-0B10D5F189C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B9C5F3-2A5E-6C9B-FE6F-19E70B157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D798A-E7C0-868B-3380-53E1FFD03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154DF-11C3-445A-8461-4C58D23A4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76508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FB7EA-ECE6-1527-9062-BAFFC8F4D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2704B-8555-0EC8-AA7D-33B592392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69F399-6177-9820-E09E-C31F25FB0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1118A-CBE6-794B-D4ED-4F476610C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B4BFD-B5C4-41F0-B812-0B10D5F189C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B862E-9DBF-BE6E-3EE1-6AF637505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E1D16-2FDF-D6C5-C311-1F8011A69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154DF-11C3-445A-8461-4C58D23A4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09673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5A0AA-B905-7499-A165-36C4BFB41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CF1EB0-2096-279C-B4CF-ECAC88CCD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FA5FAE-A740-1AB6-F0B5-C4D8087C85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0EA5BC-182F-BCC5-98A0-F038A24DD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B4BFD-B5C4-41F0-B812-0B10D5F189C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5572E1-44B0-B2F7-F757-7028F91F8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218EC1-09D1-9B35-6E64-498556ECF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154DF-11C3-445A-8461-4C58D23A4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08029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32D43-48C4-2A69-E6A3-B6D4EC788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C06F96-6C82-479B-EE12-4A9A7F896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7A4EF-2FE7-227B-8B66-84C42FDF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B4BFD-B5C4-41F0-B812-0B10D5F189C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62448-8F38-CE2B-0FD1-1968E49EF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9DD19-9FAD-A8AF-E4B3-148E9E497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154DF-11C3-445A-8461-4C58D23A4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08979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E66F85-B84F-686F-36B9-F1CEAF58A0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307509-BAE7-50D1-F301-445EC082B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5BE5C-F987-B94C-C75F-7D8FB0C24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B4BFD-B5C4-41F0-B812-0B10D5F189C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F2478-5F8A-7AB4-F497-2C15B9CAE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26D57-A150-5090-72C8-45E8939F0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154DF-11C3-445A-8461-4C58D23A4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18085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6786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AB0528-F7B5-2A24-F0FE-8E90B3D96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7F9B0-C4BD-F542-FB0A-A7E32C8A9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A34E3-236E-C3EE-D8DD-ED24ECA154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B4BFD-B5C4-41F0-B812-0B10D5F189C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113C2-F3BF-5B49-007E-EE11C1C62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77409-FC8E-4CD3-0F7B-C7DA64D75F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154DF-11C3-445A-8461-4C58D23A4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496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2.xml" /><Relationship Id="rId5" Type="http://schemas.openxmlformats.org/officeDocument/2006/relationships/image" Target="../media/image3.svg" /><Relationship Id="rId4" Type="http://schemas.openxmlformats.org/officeDocument/2006/relationships/image" Target="../media/image2.sv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2.xml" /><Relationship Id="rId5" Type="http://schemas.openxmlformats.org/officeDocument/2006/relationships/image" Target="../media/image1.png" /><Relationship Id="rId4" Type="http://schemas.openxmlformats.org/officeDocument/2006/relationships/image" Target="../media/image3.svg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2.xml" /><Relationship Id="rId6" Type="http://schemas.openxmlformats.org/officeDocument/2006/relationships/image" Target="../media/image7.png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7" Type="http://schemas.openxmlformats.org/officeDocument/2006/relationships/image" Target="../media/image12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2.xml" /><Relationship Id="rId6" Type="http://schemas.openxmlformats.org/officeDocument/2006/relationships/image" Target="../media/image11.png" /><Relationship Id="rId5" Type="http://schemas.openxmlformats.org/officeDocument/2006/relationships/image" Target="../media/image10.png" /><Relationship Id="rId4" Type="http://schemas.openxmlformats.org/officeDocument/2006/relationships/image" Target="../media/image9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2.xml" /><Relationship Id="rId5" Type="http://schemas.openxmlformats.org/officeDocument/2006/relationships/image" Target="../media/image15.svg" /><Relationship Id="rId4" Type="http://schemas.openxmlformats.org/officeDocument/2006/relationships/image" Target="../media/image14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2.xml" /><Relationship Id="rId5" Type="http://schemas.openxmlformats.org/officeDocument/2006/relationships/image" Target="../media/image15.svg" /><Relationship Id="rId4" Type="http://schemas.openxmlformats.org/officeDocument/2006/relationships/image" Target="../media/image14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2.xml" /><Relationship Id="rId4" Type="http://schemas.openxmlformats.org/officeDocument/2006/relationships/image" Target="../media/image16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7" Type="http://schemas.openxmlformats.org/officeDocument/2006/relationships/image" Target="../media/image19.sv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2.xml" /><Relationship Id="rId6" Type="http://schemas.openxmlformats.org/officeDocument/2006/relationships/image" Target="../media/image18.svg" /><Relationship Id="rId5" Type="http://schemas.openxmlformats.org/officeDocument/2006/relationships/image" Target="../media/image17.svg" /><Relationship Id="rId4" Type="http://schemas.openxmlformats.org/officeDocument/2006/relationships/image" Target="../media/image16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2.xml" /><Relationship Id="rId4" Type="http://schemas.openxmlformats.org/officeDocument/2006/relationships/image" Target="../media/image21.svg" 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 /><Relationship Id="rId3" Type="http://schemas.openxmlformats.org/officeDocument/2006/relationships/image" Target="../media/image22.svg" /><Relationship Id="rId7" Type="http://schemas.openxmlformats.org/officeDocument/2006/relationships/image" Target="../media/image26.sv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2.xml" /><Relationship Id="rId6" Type="http://schemas.openxmlformats.org/officeDocument/2006/relationships/image" Target="../media/image25.svg" /><Relationship Id="rId5" Type="http://schemas.openxmlformats.org/officeDocument/2006/relationships/image" Target="../media/image24.svg" /><Relationship Id="rId4" Type="http://schemas.openxmlformats.org/officeDocument/2006/relationships/image" Target="../media/image23.svg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 /><Relationship Id="rId1" Type="http://schemas.openxmlformats.org/officeDocument/2006/relationships/slideLayout" Target="../slideLayouts/slideLayout1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37CC3808-7288-1A0A-6E15-59C4002AF121}"/>
              </a:ext>
            </a:extLst>
          </p:cNvPr>
          <p:cNvSpPr/>
          <p:nvPr/>
        </p:nvSpPr>
        <p:spPr>
          <a:xfrm>
            <a:off x="2895600" y="228600"/>
            <a:ext cx="6400800" cy="6400800"/>
          </a:xfrm>
          <a:prstGeom prst="ellipse">
            <a:avLst/>
          </a:prstGeom>
          <a:gradFill>
            <a:gsLst>
              <a:gs pos="0">
                <a:schemeClr val="accent5">
                  <a:lumMod val="0"/>
                  <a:lumOff val="100000"/>
                </a:schemeClr>
              </a:gs>
              <a:gs pos="50000">
                <a:srgbClr val="D4E9F7"/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itle in Circle">
            <a:extLst>
              <a:ext uri="{FF2B5EF4-FFF2-40B4-BE49-F238E27FC236}">
                <a16:creationId xmlns:a16="http://schemas.microsoft.com/office/drawing/2014/main" id="{F4AC3661-E7FA-B89C-F74E-89A9784C2E4E}"/>
              </a:ext>
            </a:extLst>
          </p:cNvPr>
          <p:cNvSpPr/>
          <p:nvPr/>
        </p:nvSpPr>
        <p:spPr>
          <a:xfrm>
            <a:off x="2940407" y="4876463"/>
            <a:ext cx="6355993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0" b="1" dirty="0">
                <a:solidFill>
                  <a:srgbClr val="2E3C4E"/>
                </a:solidFill>
                <a:latin typeface="Chiller" panose="04020404031007020602" pitchFamily="82" charset="0"/>
                <a:ea typeface="Barlow Bold" pitchFamily="34" charset="-122"/>
                <a:cs typeface="Barlow Bold" pitchFamily="34" charset="-120"/>
              </a:rPr>
              <a:t>Cyber Hygiene</a:t>
            </a:r>
            <a:endParaRPr lang="en-US" sz="7500" dirty="0">
              <a:latin typeface="Chiller" panose="04020404031007020602" pitchFamily="82" charset="0"/>
            </a:endParaRPr>
          </a:p>
        </p:txBody>
      </p:sp>
      <p:sp>
        <p:nvSpPr>
          <p:cNvPr id="25" name="Title">
            <a:extLst>
              <a:ext uri="{FF2B5EF4-FFF2-40B4-BE49-F238E27FC236}">
                <a16:creationId xmlns:a16="http://schemas.microsoft.com/office/drawing/2014/main" id="{C88C2768-A79B-5228-289C-E6935A6EAAC9}"/>
              </a:ext>
            </a:extLst>
          </p:cNvPr>
          <p:cNvSpPr/>
          <p:nvPr/>
        </p:nvSpPr>
        <p:spPr>
          <a:xfrm>
            <a:off x="5438463" y="-1367816"/>
            <a:ext cx="6355993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Cyber Hygiene</a:t>
            </a:r>
            <a:endParaRPr lang="en-US" sz="8500" dirty="0"/>
          </a:p>
        </p:txBody>
      </p:sp>
      <p:pic>
        <p:nvPicPr>
          <p:cNvPr id="27" name="Logo" descr="preencoded.png">
            <a:extLst>
              <a:ext uri="{FF2B5EF4-FFF2-40B4-BE49-F238E27FC236}">
                <a16:creationId xmlns:a16="http://schemas.microsoft.com/office/drawing/2014/main" id="{318C0878-043D-183A-4588-44810C9E2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425" y="489108"/>
            <a:ext cx="3513149" cy="4684316"/>
          </a:xfrm>
          <a:prstGeom prst="rect">
            <a:avLst/>
          </a:prstGeom>
        </p:spPr>
      </p:pic>
      <p:sp>
        <p:nvSpPr>
          <p:cNvPr id="29" name="Title Text 1">
            <a:extLst>
              <a:ext uri="{FF2B5EF4-FFF2-40B4-BE49-F238E27FC236}">
                <a16:creationId xmlns:a16="http://schemas.microsoft.com/office/drawing/2014/main" id="{8961604B-0F53-6611-1D1F-5657ADEFE633}"/>
              </a:ext>
            </a:extLst>
          </p:cNvPr>
          <p:cNvSpPr/>
          <p:nvPr/>
        </p:nvSpPr>
        <p:spPr>
          <a:xfrm>
            <a:off x="12192000" y="3025270"/>
            <a:ext cx="635599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2E3C4E"/>
                </a:solidFill>
                <a:latin typeface="Cambria" panose="02040503050406030204" pitchFamily="18" charset="0"/>
                <a:ea typeface="Cambria" panose="02040503050406030204" pitchFamily="18" charset="0"/>
                <a:cs typeface="Barlow Bold" pitchFamily="34" charset="-120"/>
              </a:rPr>
              <a:t>Your Digital Health Depends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2E3C4E"/>
                </a:solidFill>
                <a:latin typeface="Cambria" panose="02040503050406030204" pitchFamily="18" charset="0"/>
                <a:ea typeface="Cambria" panose="02040503050406030204" pitchFamily="18" charset="0"/>
                <a:cs typeface="Barlow Bold" pitchFamily="34" charset="-120"/>
              </a:rPr>
              <a:t>on Your Daily Habits</a:t>
            </a:r>
            <a:endParaRPr lang="en-US" sz="3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itle Text 2">
            <a:extLst>
              <a:ext uri="{FF2B5EF4-FFF2-40B4-BE49-F238E27FC236}">
                <a16:creationId xmlns:a16="http://schemas.microsoft.com/office/drawing/2014/main" id="{0A344D76-505F-7A24-590B-C65380426A6A}"/>
              </a:ext>
            </a:extLst>
          </p:cNvPr>
          <p:cNvSpPr/>
          <p:nvPr/>
        </p:nvSpPr>
        <p:spPr>
          <a:xfrm>
            <a:off x="6791582" y="6956015"/>
            <a:ext cx="6355993" cy="780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550"/>
              </a:spcAft>
              <a:buNone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Would you leave your house unlocked every day?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75BA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Then why leave your digital life unprotected?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0EF83-899F-6CB8-3786-171743FF7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 1">
            <a:extLst>
              <a:ext uri="{FF2B5EF4-FFF2-40B4-BE49-F238E27FC236}">
                <a16:creationId xmlns:a16="http://schemas.microsoft.com/office/drawing/2014/main" id="{F4522DFF-50ED-F7FA-2C13-62DE94D2B479}"/>
              </a:ext>
            </a:extLst>
          </p:cNvPr>
          <p:cNvSpPr/>
          <p:nvPr/>
        </p:nvSpPr>
        <p:spPr>
          <a:xfrm>
            <a:off x="4826535" y="2728407"/>
            <a:ext cx="635599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2E3C4E"/>
                </a:solidFill>
                <a:latin typeface="Cambria" panose="02040503050406030204" pitchFamily="18" charset="0"/>
                <a:ea typeface="Cambria" panose="02040503050406030204" pitchFamily="18" charset="0"/>
                <a:cs typeface="Barlow Bold" pitchFamily="34" charset="-120"/>
              </a:rPr>
              <a:t>Your Digital Health Depends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2E3C4E"/>
                </a:solidFill>
                <a:latin typeface="Cambria" panose="02040503050406030204" pitchFamily="18" charset="0"/>
                <a:ea typeface="Cambria" panose="02040503050406030204" pitchFamily="18" charset="0"/>
                <a:cs typeface="Barlow Bold" pitchFamily="34" charset="-120"/>
              </a:rPr>
              <a:t>on Your Daily Habits</a:t>
            </a:r>
            <a:endParaRPr lang="en-US" sz="3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itle Text 2">
            <a:extLst>
              <a:ext uri="{FF2B5EF4-FFF2-40B4-BE49-F238E27FC236}">
                <a16:creationId xmlns:a16="http://schemas.microsoft.com/office/drawing/2014/main" id="{9188BC22-FB78-876B-B92F-12DE7061B1E6}"/>
              </a:ext>
            </a:extLst>
          </p:cNvPr>
          <p:cNvSpPr/>
          <p:nvPr/>
        </p:nvSpPr>
        <p:spPr>
          <a:xfrm>
            <a:off x="4995450" y="4413218"/>
            <a:ext cx="6355993" cy="780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550"/>
              </a:spcAft>
              <a:buNone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Would you leave your house unlocked every day?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75BA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Then why leave your digital life unprotected?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B70458A-A2E2-F64B-46C8-9794945D4EEC}"/>
              </a:ext>
            </a:extLst>
          </p:cNvPr>
          <p:cNvSpPr/>
          <p:nvPr/>
        </p:nvSpPr>
        <p:spPr>
          <a:xfrm>
            <a:off x="-7049166" y="-2371725"/>
            <a:ext cx="10972800" cy="10972800"/>
          </a:xfrm>
          <a:prstGeom prst="ellipse">
            <a:avLst/>
          </a:prstGeom>
          <a:gradFill>
            <a:gsLst>
              <a:gs pos="0">
                <a:schemeClr val="accent5">
                  <a:lumMod val="0"/>
                  <a:lumOff val="100000"/>
                </a:schemeClr>
              </a:gs>
              <a:gs pos="50000">
                <a:srgbClr val="D4E9F7"/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itle">
            <a:extLst>
              <a:ext uri="{FF2B5EF4-FFF2-40B4-BE49-F238E27FC236}">
                <a16:creationId xmlns:a16="http://schemas.microsoft.com/office/drawing/2014/main" id="{4506F637-AF87-7977-3003-6AD4C69D5387}"/>
              </a:ext>
            </a:extLst>
          </p:cNvPr>
          <p:cNvSpPr/>
          <p:nvPr/>
        </p:nvSpPr>
        <p:spPr>
          <a:xfrm>
            <a:off x="4826534" y="516753"/>
            <a:ext cx="6355993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Cyber Hygiene</a:t>
            </a:r>
            <a:endParaRPr lang="en-US" sz="9500" dirty="0"/>
          </a:p>
        </p:txBody>
      </p:sp>
      <p:sp>
        <p:nvSpPr>
          <p:cNvPr id="3" name="Title in Circle">
            <a:extLst>
              <a:ext uri="{FF2B5EF4-FFF2-40B4-BE49-F238E27FC236}">
                <a16:creationId xmlns:a16="http://schemas.microsoft.com/office/drawing/2014/main" id="{D5E4576A-B87B-5512-E911-EF22B7C23505}"/>
              </a:ext>
            </a:extLst>
          </p:cNvPr>
          <p:cNvSpPr/>
          <p:nvPr/>
        </p:nvSpPr>
        <p:spPr>
          <a:xfrm>
            <a:off x="2358862" y="13630248"/>
            <a:ext cx="6355993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000" b="1" dirty="0">
                <a:solidFill>
                  <a:srgbClr val="2E3C4E"/>
                </a:solidFill>
                <a:latin typeface="Chiller" panose="04020404031007020602" pitchFamily="82" charset="0"/>
                <a:ea typeface="Barlow Bold" pitchFamily="34" charset="-122"/>
                <a:cs typeface="Barlow Bold" pitchFamily="34" charset="-120"/>
              </a:rPr>
              <a:t>Cyber Hygiene</a:t>
            </a:r>
            <a:endParaRPr lang="en-US" sz="5000" dirty="0">
              <a:latin typeface="Chiller" panose="04020404031007020602" pitchFamily="82" charset="0"/>
            </a:endParaRPr>
          </a:p>
        </p:txBody>
      </p:sp>
      <p:pic>
        <p:nvPicPr>
          <p:cNvPr id="13" name="Logo" descr="preencoded.png">
            <a:extLst>
              <a:ext uri="{FF2B5EF4-FFF2-40B4-BE49-F238E27FC236}">
                <a16:creationId xmlns:a16="http://schemas.microsoft.com/office/drawing/2014/main" id="{F1B752C7-FE7F-7612-8815-9F59D7173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88" y="1086842"/>
            <a:ext cx="3513149" cy="4684316"/>
          </a:xfrm>
          <a:prstGeom prst="rect">
            <a:avLst/>
          </a:prstGeom>
        </p:spPr>
      </p:pic>
      <p:sp>
        <p:nvSpPr>
          <p:cNvPr id="35" name="What Is?">
            <a:extLst>
              <a:ext uri="{FF2B5EF4-FFF2-40B4-BE49-F238E27FC236}">
                <a16:creationId xmlns:a16="http://schemas.microsoft.com/office/drawing/2014/main" id="{72BD3A09-B8DE-9FF2-9DAE-5112E845AAB0}"/>
              </a:ext>
            </a:extLst>
          </p:cNvPr>
          <p:cNvSpPr/>
          <p:nvPr/>
        </p:nvSpPr>
        <p:spPr>
          <a:xfrm>
            <a:off x="3914372" y="-1130463"/>
            <a:ext cx="6355993" cy="475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What is Cyber Hygiene?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What is.">
            <a:extLst>
              <a:ext uri="{FF2B5EF4-FFF2-40B4-BE49-F238E27FC236}">
                <a16:creationId xmlns:a16="http://schemas.microsoft.com/office/drawing/2014/main" id="{9E31D106-AFB8-ACCC-68C7-3784F8E8733A}"/>
              </a:ext>
            </a:extLst>
          </p:cNvPr>
          <p:cNvSpPr/>
          <p:nvPr/>
        </p:nvSpPr>
        <p:spPr>
          <a:xfrm>
            <a:off x="12444226" y="2003359"/>
            <a:ext cx="6662045" cy="1746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800" dirty="0">
                <a:solidFill>
                  <a:srgbClr val="384653"/>
                </a:solidFill>
                <a:latin typeface="Georgia" panose="02040502050405020303" pitchFamily="18" charset="0"/>
                <a:ea typeface="Montserrat" pitchFamily="34" charset="-122"/>
                <a:cs typeface="Montserrat" pitchFamily="34" charset="-120"/>
              </a:rPr>
              <a:t>Cyber hygiene is the set of everyday habits that keep your devices, accounts, data, and your online identity secure.</a:t>
            </a:r>
            <a:endParaRPr lang="en-US" sz="2800" dirty="0">
              <a:latin typeface="Georgia" panose="02040502050405020303" pitchFamily="18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9475287-49F4-5A65-007D-9FF170DED832}"/>
              </a:ext>
            </a:extLst>
          </p:cNvPr>
          <p:cNvGrpSpPr/>
          <p:nvPr/>
        </p:nvGrpSpPr>
        <p:grpSpPr>
          <a:xfrm>
            <a:off x="6383818" y="6984448"/>
            <a:ext cx="6610636" cy="721844"/>
            <a:chOff x="5516311" y="4220601"/>
            <a:chExt cx="6610636" cy="721844"/>
          </a:xfrm>
        </p:grpSpPr>
        <p:pic>
          <p:nvPicPr>
            <p:cNvPr id="38" name="Image 2" descr="preencoded.png">
              <a:extLst>
                <a:ext uri="{FF2B5EF4-FFF2-40B4-BE49-F238E27FC236}">
                  <a16:creationId xmlns:a16="http://schemas.microsoft.com/office/drawing/2014/main" id="{5363AFE1-FFC6-239E-A34C-DC6D448A27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516311" y="4220601"/>
              <a:ext cx="721826" cy="721844"/>
            </a:xfrm>
            <a:prstGeom prst="rect">
              <a:avLst/>
            </a:prstGeom>
          </p:spPr>
        </p:pic>
        <p:sp>
          <p:nvSpPr>
            <p:cNvPr id="39" name="Text 2">
              <a:extLst>
                <a:ext uri="{FF2B5EF4-FFF2-40B4-BE49-F238E27FC236}">
                  <a16:creationId xmlns:a16="http://schemas.microsoft.com/office/drawing/2014/main" id="{1DC1BDD1-FE26-76B3-AE25-3B1349D64F8E}"/>
                </a:ext>
              </a:extLst>
            </p:cNvPr>
            <p:cNvSpPr/>
            <p:nvPr/>
          </p:nvSpPr>
          <p:spPr>
            <a:xfrm>
              <a:off x="6447907" y="4220601"/>
              <a:ext cx="5679040" cy="2968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300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Physical analogy</a:t>
              </a:r>
              <a:endParaRPr lang="en-US" sz="3000" dirty="0"/>
            </a:p>
          </p:txBody>
        </p:sp>
        <p:sp>
          <p:nvSpPr>
            <p:cNvPr id="40" name="Text 3">
              <a:extLst>
                <a:ext uri="{FF2B5EF4-FFF2-40B4-BE49-F238E27FC236}">
                  <a16:creationId xmlns:a16="http://schemas.microsoft.com/office/drawing/2014/main" id="{4E0E9E28-A715-5D4A-4792-BF9E2B28BE53}"/>
                </a:ext>
              </a:extLst>
            </p:cNvPr>
            <p:cNvSpPr/>
            <p:nvPr/>
          </p:nvSpPr>
          <p:spPr>
            <a:xfrm>
              <a:off x="6447907" y="4625711"/>
              <a:ext cx="5679040" cy="2889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20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Clean hands → fewer germs</a:t>
              </a:r>
              <a:endParaRPr lang="en-US" sz="2000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A14547D-9873-8F2D-D756-A0E5A7996DE2}"/>
              </a:ext>
            </a:extLst>
          </p:cNvPr>
          <p:cNvGrpSpPr/>
          <p:nvPr/>
        </p:nvGrpSpPr>
        <p:grpSpPr>
          <a:xfrm>
            <a:off x="6383818" y="8039540"/>
            <a:ext cx="6610636" cy="721844"/>
            <a:chOff x="5516311" y="5275693"/>
            <a:chExt cx="6610636" cy="721844"/>
          </a:xfrm>
        </p:grpSpPr>
        <p:pic>
          <p:nvPicPr>
            <p:cNvPr id="42" name="Image 3" descr="preencoded.png">
              <a:extLst>
                <a:ext uri="{FF2B5EF4-FFF2-40B4-BE49-F238E27FC236}">
                  <a16:creationId xmlns:a16="http://schemas.microsoft.com/office/drawing/2014/main" id="{55683977-F059-B585-AA11-6D2DF481440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16311" y="5275693"/>
              <a:ext cx="721826" cy="721844"/>
            </a:xfrm>
            <a:prstGeom prst="rect">
              <a:avLst/>
            </a:prstGeom>
          </p:spPr>
        </p:pic>
        <p:sp>
          <p:nvSpPr>
            <p:cNvPr id="43" name="Text 4">
              <a:extLst>
                <a:ext uri="{FF2B5EF4-FFF2-40B4-BE49-F238E27FC236}">
                  <a16:creationId xmlns:a16="http://schemas.microsoft.com/office/drawing/2014/main" id="{E2D6EA97-67DF-2D53-7CB1-DE316E5292CC}"/>
                </a:ext>
              </a:extLst>
            </p:cNvPr>
            <p:cNvSpPr/>
            <p:nvPr/>
          </p:nvSpPr>
          <p:spPr>
            <a:xfrm>
              <a:off x="6447907" y="5275693"/>
              <a:ext cx="5679040" cy="2968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300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Digital analogy</a:t>
              </a:r>
              <a:endParaRPr lang="en-US" sz="3000" dirty="0"/>
            </a:p>
          </p:txBody>
        </p:sp>
        <p:sp>
          <p:nvSpPr>
            <p:cNvPr id="44" name="Text 5">
              <a:extLst>
                <a:ext uri="{FF2B5EF4-FFF2-40B4-BE49-F238E27FC236}">
                  <a16:creationId xmlns:a16="http://schemas.microsoft.com/office/drawing/2014/main" id="{BF3CE866-3D3D-5ED1-2048-698F8A86A9BA}"/>
                </a:ext>
              </a:extLst>
            </p:cNvPr>
            <p:cNvSpPr/>
            <p:nvPr/>
          </p:nvSpPr>
          <p:spPr>
            <a:xfrm>
              <a:off x="6447907" y="5680803"/>
              <a:ext cx="5679040" cy="2889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20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Secure habits → fewer cyber risks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81971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E5710-83A8-FFBE-1556-567F5EF05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hat Is?">
            <a:extLst>
              <a:ext uri="{FF2B5EF4-FFF2-40B4-BE49-F238E27FC236}">
                <a16:creationId xmlns:a16="http://schemas.microsoft.com/office/drawing/2014/main" id="{F4BDC406-3C76-150C-E77B-E192691F311B}"/>
              </a:ext>
            </a:extLst>
          </p:cNvPr>
          <p:cNvSpPr/>
          <p:nvPr/>
        </p:nvSpPr>
        <p:spPr>
          <a:xfrm>
            <a:off x="3923634" y="295671"/>
            <a:ext cx="6355993" cy="475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What is Cyber Hygiene?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What is.">
            <a:extLst>
              <a:ext uri="{FF2B5EF4-FFF2-40B4-BE49-F238E27FC236}">
                <a16:creationId xmlns:a16="http://schemas.microsoft.com/office/drawing/2014/main" id="{7A12B1B0-98A4-A865-31F6-70F8207776B9}"/>
              </a:ext>
            </a:extLst>
          </p:cNvPr>
          <p:cNvSpPr/>
          <p:nvPr/>
        </p:nvSpPr>
        <p:spPr>
          <a:xfrm>
            <a:off x="4706995" y="1755471"/>
            <a:ext cx="6662045" cy="1746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800" dirty="0">
                <a:solidFill>
                  <a:srgbClr val="384653"/>
                </a:solidFill>
                <a:latin typeface="Georgia" panose="02040502050405020303" pitchFamily="18" charset="0"/>
                <a:ea typeface="Montserrat" pitchFamily="34" charset="-122"/>
                <a:cs typeface="Montserrat" pitchFamily="34" charset="-120"/>
              </a:rPr>
              <a:t>Cyber hygiene is the set of everyday habits that keep your devices, accounts, data, and your online identity secure.</a:t>
            </a:r>
            <a:endParaRPr lang="en-US" sz="2800" dirty="0">
              <a:latin typeface="Georgia" panose="02040502050405020303" pitchFamily="18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A856C89-9C42-E4E3-CE3C-AE3E50564198}"/>
              </a:ext>
            </a:extLst>
          </p:cNvPr>
          <p:cNvGrpSpPr/>
          <p:nvPr/>
        </p:nvGrpSpPr>
        <p:grpSpPr>
          <a:xfrm>
            <a:off x="5516311" y="4220601"/>
            <a:ext cx="6610636" cy="721844"/>
            <a:chOff x="5516311" y="4220601"/>
            <a:chExt cx="6610636" cy="721844"/>
          </a:xfrm>
        </p:grpSpPr>
        <p:pic>
          <p:nvPicPr>
            <p:cNvPr id="6" name="Image 2" descr="preencoded.png">
              <a:extLst>
                <a:ext uri="{FF2B5EF4-FFF2-40B4-BE49-F238E27FC236}">
                  <a16:creationId xmlns:a16="http://schemas.microsoft.com/office/drawing/2014/main" id="{8064875A-3A60-4CA5-8805-DCC402F329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16311" y="4220601"/>
              <a:ext cx="721826" cy="721844"/>
            </a:xfrm>
            <a:prstGeom prst="rect">
              <a:avLst/>
            </a:prstGeom>
          </p:spPr>
        </p:pic>
        <p:sp>
          <p:nvSpPr>
            <p:cNvPr id="7" name="Text 2">
              <a:extLst>
                <a:ext uri="{FF2B5EF4-FFF2-40B4-BE49-F238E27FC236}">
                  <a16:creationId xmlns:a16="http://schemas.microsoft.com/office/drawing/2014/main" id="{205EABEE-AA53-98FB-FD7B-CC9A208E4B90}"/>
                </a:ext>
              </a:extLst>
            </p:cNvPr>
            <p:cNvSpPr/>
            <p:nvPr/>
          </p:nvSpPr>
          <p:spPr>
            <a:xfrm>
              <a:off x="6447907" y="4220601"/>
              <a:ext cx="5679040" cy="2968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300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Physical analogy</a:t>
              </a:r>
              <a:endParaRPr lang="en-US" sz="3000" dirty="0"/>
            </a:p>
          </p:txBody>
        </p:sp>
        <p:sp>
          <p:nvSpPr>
            <p:cNvPr id="8" name="Text 3">
              <a:extLst>
                <a:ext uri="{FF2B5EF4-FFF2-40B4-BE49-F238E27FC236}">
                  <a16:creationId xmlns:a16="http://schemas.microsoft.com/office/drawing/2014/main" id="{33666E27-22A4-0CF2-A2CC-B75B0221C854}"/>
                </a:ext>
              </a:extLst>
            </p:cNvPr>
            <p:cNvSpPr/>
            <p:nvPr/>
          </p:nvSpPr>
          <p:spPr>
            <a:xfrm>
              <a:off x="6447907" y="4625711"/>
              <a:ext cx="5679040" cy="2889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20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Clean hands → fewer germs</a:t>
              </a:r>
              <a:endParaRPr lang="en-US" sz="20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451893C-8C99-1C6B-D954-4AFF95B98DFB}"/>
              </a:ext>
            </a:extLst>
          </p:cNvPr>
          <p:cNvGrpSpPr/>
          <p:nvPr/>
        </p:nvGrpSpPr>
        <p:grpSpPr>
          <a:xfrm>
            <a:off x="5516311" y="5275693"/>
            <a:ext cx="6610636" cy="721844"/>
            <a:chOff x="5516311" y="5275693"/>
            <a:chExt cx="6610636" cy="721844"/>
          </a:xfrm>
        </p:grpSpPr>
        <p:pic>
          <p:nvPicPr>
            <p:cNvPr id="9" name="Image 3" descr="preencoded.png">
              <a:extLst>
                <a:ext uri="{FF2B5EF4-FFF2-40B4-BE49-F238E27FC236}">
                  <a16:creationId xmlns:a16="http://schemas.microsoft.com/office/drawing/2014/main" id="{C71B1B71-937D-ECEE-26DF-B7CA097645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516311" y="5275693"/>
              <a:ext cx="721826" cy="721844"/>
            </a:xfrm>
            <a:prstGeom prst="rect">
              <a:avLst/>
            </a:prstGeom>
          </p:spPr>
        </p:pic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D72F574B-886F-D844-6360-F2C6AC27D477}"/>
                </a:ext>
              </a:extLst>
            </p:cNvPr>
            <p:cNvSpPr/>
            <p:nvPr/>
          </p:nvSpPr>
          <p:spPr>
            <a:xfrm>
              <a:off x="6447907" y="5275693"/>
              <a:ext cx="5679040" cy="2968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300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Digital analogy</a:t>
              </a:r>
              <a:endParaRPr lang="en-US" sz="3000" dirty="0"/>
            </a:p>
          </p:txBody>
        </p:sp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74DB996A-5CA0-5B16-54BA-9F4E28EE3AB2}"/>
                </a:ext>
              </a:extLst>
            </p:cNvPr>
            <p:cNvSpPr/>
            <p:nvPr/>
          </p:nvSpPr>
          <p:spPr>
            <a:xfrm>
              <a:off x="6447907" y="5680803"/>
              <a:ext cx="5679040" cy="2889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20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Secure habits → fewer cyber risks</a:t>
              </a:r>
              <a:endParaRPr lang="en-US" sz="2000" dirty="0"/>
            </a:p>
          </p:txBody>
        </p:sp>
      </p:grpSp>
      <p:sp>
        <p:nvSpPr>
          <p:cNvPr id="24" name="Title Text 1">
            <a:extLst>
              <a:ext uri="{FF2B5EF4-FFF2-40B4-BE49-F238E27FC236}">
                <a16:creationId xmlns:a16="http://schemas.microsoft.com/office/drawing/2014/main" id="{4B938405-5C75-E7BE-B567-E71ECC473591}"/>
              </a:ext>
            </a:extLst>
          </p:cNvPr>
          <p:cNvSpPr/>
          <p:nvPr/>
        </p:nvSpPr>
        <p:spPr>
          <a:xfrm>
            <a:off x="-13949145" y="2728407"/>
            <a:ext cx="635599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2E3C4E"/>
                </a:solidFill>
                <a:latin typeface="Cambria" panose="02040503050406030204" pitchFamily="18" charset="0"/>
                <a:ea typeface="Cambria" panose="02040503050406030204" pitchFamily="18" charset="0"/>
                <a:cs typeface="Barlow Bold" pitchFamily="34" charset="-120"/>
              </a:rPr>
              <a:t>Your Digital Health Depends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2E3C4E"/>
                </a:solidFill>
                <a:latin typeface="Cambria" panose="02040503050406030204" pitchFamily="18" charset="0"/>
                <a:ea typeface="Cambria" panose="02040503050406030204" pitchFamily="18" charset="0"/>
                <a:cs typeface="Barlow Bold" pitchFamily="34" charset="-120"/>
              </a:rPr>
              <a:t>on Your Daily Habits</a:t>
            </a:r>
            <a:endParaRPr lang="en-US" sz="3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itle Text 2">
            <a:extLst>
              <a:ext uri="{FF2B5EF4-FFF2-40B4-BE49-F238E27FC236}">
                <a16:creationId xmlns:a16="http://schemas.microsoft.com/office/drawing/2014/main" id="{62AECE75-C2B9-DA1B-A177-B7110144C41D}"/>
              </a:ext>
            </a:extLst>
          </p:cNvPr>
          <p:cNvSpPr/>
          <p:nvPr/>
        </p:nvSpPr>
        <p:spPr>
          <a:xfrm>
            <a:off x="-13780230" y="4413218"/>
            <a:ext cx="6355993" cy="780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550"/>
              </a:spcAft>
              <a:buNone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Would you leave your house unlocked every day?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75BA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Then why leave your digital life unprotected?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5ABE635-8A10-FEAD-61D5-FE017B3A1B17}"/>
              </a:ext>
            </a:extLst>
          </p:cNvPr>
          <p:cNvSpPr/>
          <p:nvPr/>
        </p:nvSpPr>
        <p:spPr>
          <a:xfrm>
            <a:off x="-7049166" y="-2371725"/>
            <a:ext cx="10972800" cy="10972800"/>
          </a:xfrm>
          <a:prstGeom prst="ellipse">
            <a:avLst/>
          </a:prstGeom>
          <a:gradFill>
            <a:gsLst>
              <a:gs pos="0">
                <a:schemeClr val="accent5">
                  <a:lumMod val="0"/>
                  <a:lumOff val="100000"/>
                </a:schemeClr>
              </a:gs>
              <a:gs pos="50000">
                <a:srgbClr val="D4E9F7"/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960F9A51-F1B7-C24A-E759-0EC2A90267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88" y="1086842"/>
            <a:ext cx="3513149" cy="4684316"/>
          </a:xfrm>
          <a:prstGeom prst="rect">
            <a:avLst/>
          </a:prstGeom>
        </p:spPr>
      </p:pic>
      <p:sp>
        <p:nvSpPr>
          <p:cNvPr id="20" name="Title">
            <a:extLst>
              <a:ext uri="{FF2B5EF4-FFF2-40B4-BE49-F238E27FC236}">
                <a16:creationId xmlns:a16="http://schemas.microsoft.com/office/drawing/2014/main" id="{4CC5752C-14BD-8789-3FAA-1D5D2F923F16}"/>
              </a:ext>
            </a:extLst>
          </p:cNvPr>
          <p:cNvSpPr/>
          <p:nvPr/>
        </p:nvSpPr>
        <p:spPr>
          <a:xfrm>
            <a:off x="3923634" y="-7511880"/>
            <a:ext cx="6355993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Cyber Hygiene</a:t>
            </a:r>
            <a:endParaRPr lang="en-US" sz="8500" dirty="0"/>
          </a:p>
        </p:txBody>
      </p:sp>
    </p:spTree>
    <p:extLst>
      <p:ext uri="{BB962C8B-B14F-4D97-AF65-F5344CB8AC3E}">
        <p14:creationId xmlns:p14="http://schemas.microsoft.com/office/powerpoint/2010/main" val="2291693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y It Matters"/>
          <p:cNvSpPr/>
          <p:nvPr/>
        </p:nvSpPr>
        <p:spPr>
          <a:xfrm>
            <a:off x="3251069" y="-1325880"/>
            <a:ext cx="5689556" cy="14829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Why It Matters</a:t>
            </a:r>
            <a:endParaRPr lang="en-US" sz="5000" dirty="0"/>
          </a:p>
        </p:txBody>
      </p:sp>
      <p:sp>
        <p:nvSpPr>
          <p:cNvPr id="3" name="Why it matters explaination"/>
          <p:cNvSpPr/>
          <p:nvPr/>
        </p:nvSpPr>
        <p:spPr>
          <a:xfrm>
            <a:off x="631908" y="7031374"/>
            <a:ext cx="10927878" cy="99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Attackers target ordinary people because everyday accounts unlock valuable data.</a:t>
            </a:r>
          </a:p>
          <a:p>
            <a:pPr marL="0" indent="0" algn="ctr">
              <a:lnSpc>
                <a:spcPct val="1330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compromise can cascade across your life.</a:t>
            </a:r>
            <a:endParaRPr lang="en-US" sz="200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D05FF1B-9BB5-E7B8-B3BE-8C6F80B22A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0782620" y="2822817"/>
                </a:moveTo>
                <a:cubicBezTo>
                  <a:pt x="10849416" y="2822817"/>
                  <a:pt x="10890969" y="2835633"/>
                  <a:pt x="10907280" y="2861264"/>
                </a:cubicBezTo>
                <a:cubicBezTo>
                  <a:pt x="10923590" y="2886895"/>
                  <a:pt x="10931746" y="2923529"/>
                  <a:pt x="10931746" y="2971166"/>
                </a:cubicBezTo>
                <a:cubicBezTo>
                  <a:pt x="10931746" y="3027088"/>
                  <a:pt x="10923073" y="3067477"/>
                  <a:pt x="10905726" y="3092331"/>
                </a:cubicBezTo>
                <a:cubicBezTo>
                  <a:pt x="10888380" y="3117185"/>
                  <a:pt x="10847345" y="3129612"/>
                  <a:pt x="10782620" y="3129612"/>
                </a:cubicBezTo>
                <a:close/>
                <a:moveTo>
                  <a:pt x="7394990" y="2801846"/>
                </a:moveTo>
                <a:lnTo>
                  <a:pt x="7425281" y="2801846"/>
                </a:lnTo>
                <a:lnTo>
                  <a:pt x="7482938" y="3266311"/>
                </a:lnTo>
                <a:lnTo>
                  <a:pt x="7339019" y="3266311"/>
                </a:lnTo>
                <a:close/>
                <a:moveTo>
                  <a:pt x="10448640" y="2663594"/>
                </a:moveTo>
                <a:lnTo>
                  <a:pt x="10448640" y="2830584"/>
                </a:lnTo>
                <a:lnTo>
                  <a:pt x="10516990" y="2830584"/>
                </a:lnTo>
                <a:lnTo>
                  <a:pt x="10516990" y="3613494"/>
                </a:lnTo>
                <a:lnTo>
                  <a:pt x="10448640" y="3613494"/>
                </a:lnTo>
                <a:lnTo>
                  <a:pt x="10448640" y="3780484"/>
                </a:lnTo>
                <a:lnTo>
                  <a:pt x="10850969" y="3780484"/>
                </a:lnTo>
                <a:lnTo>
                  <a:pt x="10850969" y="3613494"/>
                </a:lnTo>
                <a:lnTo>
                  <a:pt x="10782620" y="3613494"/>
                </a:lnTo>
                <a:lnTo>
                  <a:pt x="10782620" y="3290389"/>
                </a:lnTo>
                <a:lnTo>
                  <a:pt x="10869610" y="3290389"/>
                </a:lnTo>
                <a:lnTo>
                  <a:pt x="10974962" y="3780484"/>
                </a:lnTo>
                <a:lnTo>
                  <a:pt x="11219900" y="3780484"/>
                </a:lnTo>
                <a:lnTo>
                  <a:pt x="11219900" y="3613494"/>
                </a:lnTo>
                <a:lnTo>
                  <a:pt x="11174075" y="3613494"/>
                </a:lnTo>
                <a:lnTo>
                  <a:pt x="11087935" y="3215813"/>
                </a:lnTo>
                <a:cubicBezTo>
                  <a:pt x="11127263" y="3186299"/>
                  <a:pt x="11155336" y="3154325"/>
                  <a:pt x="11172152" y="3119892"/>
                </a:cubicBezTo>
                <a:cubicBezTo>
                  <a:pt x="11188967" y="3085458"/>
                  <a:pt x="11197376" y="3042610"/>
                  <a:pt x="11197376" y="2991348"/>
                </a:cubicBezTo>
                <a:cubicBezTo>
                  <a:pt x="11197376" y="2896599"/>
                  <a:pt x="11167344" y="2818286"/>
                  <a:pt x="11107279" y="2756410"/>
                </a:cubicBezTo>
                <a:cubicBezTo>
                  <a:pt x="11047214" y="2694533"/>
                  <a:pt x="10965920" y="2663594"/>
                  <a:pt x="10863396" y="2663594"/>
                </a:cubicBezTo>
                <a:close/>
                <a:moveTo>
                  <a:pt x="9579945" y="2663594"/>
                </a:moveTo>
                <a:lnTo>
                  <a:pt x="9579945" y="2830584"/>
                </a:lnTo>
                <a:lnTo>
                  <a:pt x="9677032" y="2830584"/>
                </a:lnTo>
                <a:lnTo>
                  <a:pt x="9677032" y="3613494"/>
                </a:lnTo>
                <a:lnTo>
                  <a:pt x="9579945" y="3613494"/>
                </a:lnTo>
                <a:lnTo>
                  <a:pt x="9579945" y="3780484"/>
                </a:lnTo>
                <a:lnTo>
                  <a:pt x="10334117" y="3780484"/>
                </a:lnTo>
                <a:lnTo>
                  <a:pt x="10334117" y="3416213"/>
                </a:lnTo>
                <a:lnTo>
                  <a:pt x="10135283" y="3416213"/>
                </a:lnTo>
                <a:lnTo>
                  <a:pt x="10135283" y="3613494"/>
                </a:lnTo>
                <a:lnTo>
                  <a:pt x="9942662" y="3613494"/>
                </a:lnTo>
                <a:lnTo>
                  <a:pt x="9942662" y="3293495"/>
                </a:lnTo>
                <a:lnTo>
                  <a:pt x="10091011" y="3293495"/>
                </a:lnTo>
                <a:lnTo>
                  <a:pt x="10091011" y="3126505"/>
                </a:lnTo>
                <a:lnTo>
                  <a:pt x="9942662" y="3126505"/>
                </a:lnTo>
                <a:lnTo>
                  <a:pt x="9942662" y="2830584"/>
                </a:lnTo>
                <a:lnTo>
                  <a:pt x="10135283" y="2830584"/>
                </a:lnTo>
                <a:lnTo>
                  <a:pt x="10135283" y="3018545"/>
                </a:lnTo>
                <a:lnTo>
                  <a:pt x="10334117" y="3018545"/>
                </a:lnTo>
                <a:lnTo>
                  <a:pt x="10334117" y="2663594"/>
                </a:lnTo>
                <a:close/>
                <a:moveTo>
                  <a:pt x="8724453" y="2663594"/>
                </a:moveTo>
                <a:lnTo>
                  <a:pt x="8724453" y="3076020"/>
                </a:lnTo>
                <a:lnTo>
                  <a:pt x="8891442" y="3076020"/>
                </a:lnTo>
                <a:lnTo>
                  <a:pt x="8891442" y="2830584"/>
                </a:lnTo>
                <a:lnTo>
                  <a:pt x="8985423" y="2830584"/>
                </a:lnTo>
                <a:lnTo>
                  <a:pt x="8985423" y="3613494"/>
                </a:lnTo>
                <a:lnTo>
                  <a:pt x="8894549" y="3613494"/>
                </a:lnTo>
                <a:lnTo>
                  <a:pt x="8894549" y="3780484"/>
                </a:lnTo>
                <a:lnTo>
                  <a:pt x="9341150" y="3780484"/>
                </a:lnTo>
                <a:lnTo>
                  <a:pt x="9341150" y="3613494"/>
                </a:lnTo>
                <a:lnTo>
                  <a:pt x="9251053" y="3613494"/>
                </a:lnTo>
                <a:lnTo>
                  <a:pt x="9251053" y="2830584"/>
                </a:lnTo>
                <a:lnTo>
                  <a:pt x="9345033" y="2830584"/>
                </a:lnTo>
                <a:lnTo>
                  <a:pt x="9345033" y="3076020"/>
                </a:lnTo>
                <a:lnTo>
                  <a:pt x="9512023" y="3076020"/>
                </a:lnTo>
                <a:lnTo>
                  <a:pt x="9512023" y="2663594"/>
                </a:lnTo>
                <a:close/>
                <a:moveTo>
                  <a:pt x="7876728" y="2663594"/>
                </a:moveTo>
                <a:lnTo>
                  <a:pt x="7876728" y="3076020"/>
                </a:lnTo>
                <a:lnTo>
                  <a:pt x="8043718" y="3076020"/>
                </a:lnTo>
                <a:lnTo>
                  <a:pt x="8043718" y="2830584"/>
                </a:lnTo>
                <a:lnTo>
                  <a:pt x="8137698" y="2830584"/>
                </a:lnTo>
                <a:lnTo>
                  <a:pt x="8137698" y="3613494"/>
                </a:lnTo>
                <a:lnTo>
                  <a:pt x="8046824" y="3613494"/>
                </a:lnTo>
                <a:lnTo>
                  <a:pt x="8046824" y="3780484"/>
                </a:lnTo>
                <a:lnTo>
                  <a:pt x="8493425" y="3780484"/>
                </a:lnTo>
                <a:lnTo>
                  <a:pt x="8493425" y="3613494"/>
                </a:lnTo>
                <a:lnTo>
                  <a:pt x="8403328" y="3613494"/>
                </a:lnTo>
                <a:lnTo>
                  <a:pt x="8403328" y="2830584"/>
                </a:lnTo>
                <a:lnTo>
                  <a:pt x="8497309" y="2830584"/>
                </a:lnTo>
                <a:lnTo>
                  <a:pt x="8497309" y="3076020"/>
                </a:lnTo>
                <a:lnTo>
                  <a:pt x="8664298" y="3076020"/>
                </a:lnTo>
                <a:lnTo>
                  <a:pt x="8664298" y="2663594"/>
                </a:lnTo>
                <a:close/>
                <a:moveTo>
                  <a:pt x="7102952" y="2663594"/>
                </a:moveTo>
                <a:lnTo>
                  <a:pt x="7102952" y="2830584"/>
                </a:lnTo>
                <a:lnTo>
                  <a:pt x="7174469" y="2830584"/>
                </a:lnTo>
                <a:lnTo>
                  <a:pt x="7054020" y="3613494"/>
                </a:lnTo>
                <a:lnTo>
                  <a:pt x="6979457" y="3613494"/>
                </a:lnTo>
                <a:lnTo>
                  <a:pt x="6979457" y="3780484"/>
                </a:lnTo>
                <a:lnTo>
                  <a:pt x="7363145" y="3780484"/>
                </a:lnTo>
                <a:lnTo>
                  <a:pt x="7363145" y="3613494"/>
                </a:lnTo>
                <a:lnTo>
                  <a:pt x="7294469" y="3613494"/>
                </a:lnTo>
                <a:lnTo>
                  <a:pt x="7320245" y="3405340"/>
                </a:lnTo>
                <a:lnTo>
                  <a:pt x="7503230" y="3405340"/>
                </a:lnTo>
                <a:lnTo>
                  <a:pt x="7530111" y="3613494"/>
                </a:lnTo>
                <a:lnTo>
                  <a:pt x="7460232" y="3613494"/>
                </a:lnTo>
                <a:lnTo>
                  <a:pt x="7460232" y="3780484"/>
                </a:lnTo>
                <a:lnTo>
                  <a:pt x="7841590" y="3780484"/>
                </a:lnTo>
                <a:lnTo>
                  <a:pt x="7841590" y="3613494"/>
                </a:lnTo>
                <a:lnTo>
                  <a:pt x="7771688" y="3613494"/>
                </a:lnTo>
                <a:lnTo>
                  <a:pt x="7643933" y="2830584"/>
                </a:lnTo>
                <a:lnTo>
                  <a:pt x="7719649" y="2830584"/>
                </a:lnTo>
                <a:lnTo>
                  <a:pt x="7719649" y="2663594"/>
                </a:lnTo>
                <a:close/>
                <a:moveTo>
                  <a:pt x="5860902" y="2663594"/>
                </a:moveTo>
                <a:lnTo>
                  <a:pt x="5860902" y="2830584"/>
                </a:lnTo>
                <a:lnTo>
                  <a:pt x="5937018" y="2830584"/>
                </a:lnTo>
                <a:lnTo>
                  <a:pt x="5937018" y="3613494"/>
                </a:lnTo>
                <a:lnTo>
                  <a:pt x="5860902" y="3613494"/>
                </a:lnTo>
                <a:lnTo>
                  <a:pt x="5860902" y="3780484"/>
                </a:lnTo>
                <a:lnTo>
                  <a:pt x="6151387" y="3780484"/>
                </a:lnTo>
                <a:lnTo>
                  <a:pt x="6151387" y="3613494"/>
                </a:lnTo>
                <a:lnTo>
                  <a:pt x="6093134" y="3613494"/>
                </a:lnTo>
                <a:lnTo>
                  <a:pt x="6093134" y="2813497"/>
                </a:lnTo>
                <a:lnTo>
                  <a:pt x="6113328" y="2813497"/>
                </a:lnTo>
                <a:lnTo>
                  <a:pt x="6294493" y="3780484"/>
                </a:lnTo>
                <a:lnTo>
                  <a:pt x="6382089" y="3780484"/>
                </a:lnTo>
                <a:lnTo>
                  <a:pt x="6560706" y="2813497"/>
                </a:lnTo>
                <a:lnTo>
                  <a:pt x="6577793" y="2813497"/>
                </a:lnTo>
                <a:lnTo>
                  <a:pt x="6577793" y="3613494"/>
                </a:lnTo>
                <a:lnTo>
                  <a:pt x="6518764" y="3613494"/>
                </a:lnTo>
                <a:lnTo>
                  <a:pt x="6518764" y="3780484"/>
                </a:lnTo>
                <a:lnTo>
                  <a:pt x="6916433" y="3780484"/>
                </a:lnTo>
                <a:lnTo>
                  <a:pt x="6916433" y="3613494"/>
                </a:lnTo>
                <a:lnTo>
                  <a:pt x="6843423" y="3613494"/>
                </a:lnTo>
                <a:lnTo>
                  <a:pt x="6843423" y="2830584"/>
                </a:lnTo>
                <a:lnTo>
                  <a:pt x="6916433" y="2830584"/>
                </a:lnTo>
                <a:lnTo>
                  <a:pt x="6916433" y="2663594"/>
                </a:lnTo>
                <a:lnTo>
                  <a:pt x="6450621" y="2663594"/>
                </a:lnTo>
                <a:lnTo>
                  <a:pt x="6382066" y="3103205"/>
                </a:lnTo>
                <a:lnTo>
                  <a:pt x="6363425" y="3103205"/>
                </a:lnTo>
                <a:lnTo>
                  <a:pt x="6295367" y="2663594"/>
                </a:lnTo>
                <a:close/>
                <a:moveTo>
                  <a:pt x="4466779" y="2663594"/>
                </a:moveTo>
                <a:lnTo>
                  <a:pt x="4466779" y="3076020"/>
                </a:lnTo>
                <a:lnTo>
                  <a:pt x="4633768" y="3076020"/>
                </a:lnTo>
                <a:lnTo>
                  <a:pt x="4633768" y="2830584"/>
                </a:lnTo>
                <a:lnTo>
                  <a:pt x="4727748" y="2830584"/>
                </a:lnTo>
                <a:lnTo>
                  <a:pt x="4727748" y="3613494"/>
                </a:lnTo>
                <a:lnTo>
                  <a:pt x="4636875" y="3613494"/>
                </a:lnTo>
                <a:lnTo>
                  <a:pt x="4636875" y="3780484"/>
                </a:lnTo>
                <a:lnTo>
                  <a:pt x="5083475" y="3780484"/>
                </a:lnTo>
                <a:lnTo>
                  <a:pt x="5083475" y="3613494"/>
                </a:lnTo>
                <a:lnTo>
                  <a:pt x="4993379" y="3613494"/>
                </a:lnTo>
                <a:lnTo>
                  <a:pt x="4993379" y="2830584"/>
                </a:lnTo>
                <a:lnTo>
                  <a:pt x="5087359" y="2830584"/>
                </a:lnTo>
                <a:lnTo>
                  <a:pt x="5087359" y="3076020"/>
                </a:lnTo>
                <a:lnTo>
                  <a:pt x="5254348" y="3076020"/>
                </a:lnTo>
                <a:lnTo>
                  <a:pt x="5254348" y="2663594"/>
                </a:lnTo>
                <a:close/>
                <a:moveTo>
                  <a:pt x="3914124" y="2663594"/>
                </a:moveTo>
                <a:lnTo>
                  <a:pt x="3914124" y="2830584"/>
                </a:lnTo>
                <a:lnTo>
                  <a:pt x="4022084" y="2830584"/>
                </a:lnTo>
                <a:lnTo>
                  <a:pt x="4022084" y="3613494"/>
                </a:lnTo>
                <a:lnTo>
                  <a:pt x="3914124" y="3613494"/>
                </a:lnTo>
                <a:lnTo>
                  <a:pt x="3914124" y="3780484"/>
                </a:lnTo>
                <a:lnTo>
                  <a:pt x="4402667" y="3780484"/>
                </a:lnTo>
                <a:lnTo>
                  <a:pt x="4402667" y="3613494"/>
                </a:lnTo>
                <a:lnTo>
                  <a:pt x="4287714" y="3613494"/>
                </a:lnTo>
                <a:lnTo>
                  <a:pt x="4287714" y="2830584"/>
                </a:lnTo>
                <a:lnTo>
                  <a:pt x="4402667" y="2830584"/>
                </a:lnTo>
                <a:lnTo>
                  <a:pt x="4402667" y="2663594"/>
                </a:lnTo>
                <a:close/>
                <a:moveTo>
                  <a:pt x="2468286" y="2663594"/>
                </a:moveTo>
                <a:lnTo>
                  <a:pt x="2468286" y="2830584"/>
                </a:lnTo>
                <a:lnTo>
                  <a:pt x="2544403" y="2830584"/>
                </a:lnTo>
                <a:lnTo>
                  <a:pt x="2765761" y="3355631"/>
                </a:lnTo>
                <a:lnTo>
                  <a:pt x="2765761" y="3613494"/>
                </a:lnTo>
                <a:lnTo>
                  <a:pt x="2673334" y="3613494"/>
                </a:lnTo>
                <a:lnTo>
                  <a:pt x="2673334" y="3780484"/>
                </a:lnTo>
                <a:lnTo>
                  <a:pt x="3118382" y="3780484"/>
                </a:lnTo>
                <a:lnTo>
                  <a:pt x="3118382" y="3613494"/>
                </a:lnTo>
                <a:lnTo>
                  <a:pt x="3031392" y="3613494"/>
                </a:lnTo>
                <a:lnTo>
                  <a:pt x="3031392" y="3355631"/>
                </a:lnTo>
                <a:lnTo>
                  <a:pt x="3258187" y="2830584"/>
                </a:lnTo>
                <a:lnTo>
                  <a:pt x="3336634" y="2830584"/>
                </a:lnTo>
                <a:lnTo>
                  <a:pt x="3336634" y="2663594"/>
                </a:lnTo>
                <a:lnTo>
                  <a:pt x="2973916" y="2663594"/>
                </a:lnTo>
                <a:lnTo>
                  <a:pt x="2973916" y="2830584"/>
                </a:lnTo>
                <a:lnTo>
                  <a:pt x="3074632" y="2830584"/>
                </a:lnTo>
                <a:lnTo>
                  <a:pt x="2932532" y="3163423"/>
                </a:lnTo>
                <a:lnTo>
                  <a:pt x="2796416" y="2830584"/>
                </a:lnTo>
                <a:lnTo>
                  <a:pt x="2896246" y="2830584"/>
                </a:lnTo>
                <a:lnTo>
                  <a:pt x="2896246" y="2663594"/>
                </a:lnTo>
                <a:close/>
                <a:moveTo>
                  <a:pt x="1540845" y="2663594"/>
                </a:moveTo>
                <a:lnTo>
                  <a:pt x="1540845" y="2830584"/>
                </a:lnTo>
                <a:lnTo>
                  <a:pt x="1625505" y="2830584"/>
                </a:lnTo>
                <a:lnTo>
                  <a:pt x="1625505" y="3613494"/>
                </a:lnTo>
                <a:lnTo>
                  <a:pt x="1540845" y="3613494"/>
                </a:lnTo>
                <a:lnTo>
                  <a:pt x="1540845" y="3780484"/>
                </a:lnTo>
                <a:lnTo>
                  <a:pt x="1935407" y="3780484"/>
                </a:lnTo>
                <a:lnTo>
                  <a:pt x="1935407" y="3613494"/>
                </a:lnTo>
                <a:lnTo>
                  <a:pt x="1891136" y="3613494"/>
                </a:lnTo>
                <a:lnTo>
                  <a:pt x="1891136" y="3277961"/>
                </a:lnTo>
                <a:lnTo>
                  <a:pt x="2059679" y="3277961"/>
                </a:lnTo>
                <a:lnTo>
                  <a:pt x="2059679" y="3613494"/>
                </a:lnTo>
                <a:lnTo>
                  <a:pt x="2015407" y="3613494"/>
                </a:lnTo>
                <a:lnTo>
                  <a:pt x="2015407" y="3780484"/>
                </a:lnTo>
                <a:lnTo>
                  <a:pt x="2409969" y="3780484"/>
                </a:lnTo>
                <a:lnTo>
                  <a:pt x="2409969" y="3613494"/>
                </a:lnTo>
                <a:lnTo>
                  <a:pt x="2325309" y="3613494"/>
                </a:lnTo>
                <a:lnTo>
                  <a:pt x="2325309" y="2830584"/>
                </a:lnTo>
                <a:lnTo>
                  <a:pt x="2409969" y="2830584"/>
                </a:lnTo>
                <a:lnTo>
                  <a:pt x="2409969" y="2663594"/>
                </a:lnTo>
                <a:lnTo>
                  <a:pt x="2015407" y="2663594"/>
                </a:lnTo>
                <a:lnTo>
                  <a:pt x="2015407" y="2830584"/>
                </a:lnTo>
                <a:lnTo>
                  <a:pt x="2059679" y="2830584"/>
                </a:lnTo>
                <a:lnTo>
                  <a:pt x="2059679" y="3110972"/>
                </a:lnTo>
                <a:lnTo>
                  <a:pt x="1891136" y="3110972"/>
                </a:lnTo>
                <a:lnTo>
                  <a:pt x="1891136" y="2830584"/>
                </a:lnTo>
                <a:lnTo>
                  <a:pt x="1935407" y="2830584"/>
                </a:lnTo>
                <a:lnTo>
                  <a:pt x="1935407" y="2663594"/>
                </a:lnTo>
                <a:close/>
                <a:moveTo>
                  <a:pt x="337221" y="2663594"/>
                </a:moveTo>
                <a:lnTo>
                  <a:pt x="337221" y="2830584"/>
                </a:lnTo>
                <a:lnTo>
                  <a:pt x="396250" y="2830584"/>
                </a:lnTo>
                <a:lnTo>
                  <a:pt x="614453" y="3798348"/>
                </a:lnTo>
                <a:lnTo>
                  <a:pt x="811819" y="3798348"/>
                </a:lnTo>
                <a:lnTo>
                  <a:pt x="913918" y="3309806"/>
                </a:lnTo>
                <a:lnTo>
                  <a:pt x="1024731" y="3798348"/>
                </a:lnTo>
                <a:lnTo>
                  <a:pt x="1222449" y="3798348"/>
                </a:lnTo>
                <a:lnTo>
                  <a:pt x="1429257" y="2830584"/>
                </a:lnTo>
                <a:lnTo>
                  <a:pt x="1486732" y="2830584"/>
                </a:lnTo>
                <a:lnTo>
                  <a:pt x="1486732" y="2663594"/>
                </a:lnTo>
                <a:lnTo>
                  <a:pt x="1165180" y="2663594"/>
                </a:lnTo>
                <a:lnTo>
                  <a:pt x="1165180" y="2830584"/>
                </a:lnTo>
                <a:lnTo>
                  <a:pt x="1228638" y="2830584"/>
                </a:lnTo>
                <a:lnTo>
                  <a:pt x="1131393" y="3300486"/>
                </a:lnTo>
                <a:lnTo>
                  <a:pt x="1024816" y="2830584"/>
                </a:lnTo>
                <a:lnTo>
                  <a:pt x="1087510" y="2830584"/>
                </a:lnTo>
                <a:lnTo>
                  <a:pt x="1087510" y="2663594"/>
                </a:lnTo>
                <a:lnTo>
                  <a:pt x="780715" y="2663594"/>
                </a:lnTo>
                <a:lnTo>
                  <a:pt x="780715" y="2830584"/>
                </a:lnTo>
                <a:lnTo>
                  <a:pt x="836406" y="2830584"/>
                </a:lnTo>
                <a:lnTo>
                  <a:pt x="743822" y="3288835"/>
                </a:lnTo>
                <a:lnTo>
                  <a:pt x="638227" y="2830584"/>
                </a:lnTo>
                <a:lnTo>
                  <a:pt x="698385" y="2830584"/>
                </a:lnTo>
                <a:lnTo>
                  <a:pt x="698385" y="2663594"/>
                </a:lnTo>
                <a:close/>
                <a:moveTo>
                  <a:pt x="11535997" y="2654274"/>
                </a:moveTo>
                <a:cubicBezTo>
                  <a:pt x="11469201" y="2654274"/>
                  <a:pt x="11414056" y="2679258"/>
                  <a:pt x="11370561" y="2729225"/>
                </a:cubicBezTo>
                <a:cubicBezTo>
                  <a:pt x="11327066" y="2779193"/>
                  <a:pt x="11305318" y="2843270"/>
                  <a:pt x="11305318" y="2921458"/>
                </a:cubicBezTo>
                <a:cubicBezTo>
                  <a:pt x="11305318" y="2973237"/>
                  <a:pt x="11317745" y="3025794"/>
                  <a:pt x="11342600" y="3079127"/>
                </a:cubicBezTo>
                <a:cubicBezTo>
                  <a:pt x="11367454" y="3132460"/>
                  <a:pt x="11424807" y="3200688"/>
                  <a:pt x="11514662" y="3283811"/>
                </a:cubicBezTo>
                <a:cubicBezTo>
                  <a:pt x="11581280" y="3346157"/>
                  <a:pt x="11622979" y="3392561"/>
                  <a:pt x="11639758" y="3423022"/>
                </a:cubicBezTo>
                <a:cubicBezTo>
                  <a:pt x="11656539" y="3453483"/>
                  <a:pt x="11664929" y="3482649"/>
                  <a:pt x="11664929" y="3510521"/>
                </a:cubicBezTo>
                <a:cubicBezTo>
                  <a:pt x="11664929" y="3545109"/>
                  <a:pt x="11657550" y="3572212"/>
                  <a:pt x="11642793" y="3591832"/>
                </a:cubicBezTo>
                <a:cubicBezTo>
                  <a:pt x="11628036" y="3611452"/>
                  <a:pt x="11607453" y="3621261"/>
                  <a:pt x="11581046" y="3621261"/>
                </a:cubicBezTo>
                <a:cubicBezTo>
                  <a:pt x="11551531" y="3621261"/>
                  <a:pt x="11527713" y="3608575"/>
                  <a:pt x="11509590" y="3583203"/>
                </a:cubicBezTo>
                <a:cubicBezTo>
                  <a:pt x="11491466" y="3557831"/>
                  <a:pt x="11482405" y="3502686"/>
                  <a:pt x="11482405" y="3417767"/>
                </a:cubicBezTo>
                <a:lnTo>
                  <a:pt x="11315415" y="3417767"/>
                </a:lnTo>
                <a:lnTo>
                  <a:pt x="11315415" y="3780484"/>
                </a:lnTo>
                <a:lnTo>
                  <a:pt x="11482405" y="3780484"/>
                </a:lnTo>
                <a:lnTo>
                  <a:pt x="11482405" y="3710582"/>
                </a:lnTo>
                <a:cubicBezTo>
                  <a:pt x="11533667" y="3763397"/>
                  <a:pt x="11590883" y="3789805"/>
                  <a:pt x="11654055" y="3789805"/>
                </a:cubicBezTo>
                <a:cubicBezTo>
                  <a:pt x="11726029" y="3789805"/>
                  <a:pt x="11785965" y="3761326"/>
                  <a:pt x="11833860" y="3704368"/>
                </a:cubicBezTo>
                <a:cubicBezTo>
                  <a:pt x="11881756" y="3647410"/>
                  <a:pt x="11905705" y="3575695"/>
                  <a:pt x="11905705" y="3489223"/>
                </a:cubicBezTo>
                <a:cubicBezTo>
                  <a:pt x="11905705" y="3421909"/>
                  <a:pt x="11889912" y="3358738"/>
                  <a:pt x="11858326" y="3299709"/>
                </a:cubicBezTo>
                <a:cubicBezTo>
                  <a:pt x="11826741" y="3240680"/>
                  <a:pt x="11759771" y="3167064"/>
                  <a:pt x="11657417" y="3078860"/>
                </a:cubicBezTo>
                <a:cubicBezTo>
                  <a:pt x="11611924" y="3039944"/>
                  <a:pt x="11581478" y="3008858"/>
                  <a:pt x="11566081" y="2985602"/>
                </a:cubicBezTo>
                <a:cubicBezTo>
                  <a:pt x="11550686" y="2962345"/>
                  <a:pt x="11542987" y="2935216"/>
                  <a:pt x="11542987" y="2904213"/>
                </a:cubicBezTo>
                <a:cubicBezTo>
                  <a:pt x="11542987" y="2878889"/>
                  <a:pt x="11549589" y="2858733"/>
                  <a:pt x="11562793" y="2843746"/>
                </a:cubicBezTo>
                <a:cubicBezTo>
                  <a:pt x="11575997" y="2828758"/>
                  <a:pt x="11593732" y="2821264"/>
                  <a:pt x="11615997" y="2821264"/>
                </a:cubicBezTo>
                <a:cubicBezTo>
                  <a:pt x="11646547" y="2821264"/>
                  <a:pt x="11670106" y="2833432"/>
                  <a:pt x="11686676" y="2857769"/>
                </a:cubicBezTo>
                <a:cubicBezTo>
                  <a:pt x="11703246" y="2882105"/>
                  <a:pt x="11711531" y="2929742"/>
                  <a:pt x="11711531" y="3000681"/>
                </a:cubicBezTo>
                <a:lnTo>
                  <a:pt x="11878520" y="3000681"/>
                </a:lnTo>
                <a:lnTo>
                  <a:pt x="11878520" y="2663594"/>
                </a:lnTo>
                <a:lnTo>
                  <a:pt x="11711531" y="2663594"/>
                </a:lnTo>
                <a:lnTo>
                  <a:pt x="11711531" y="2733497"/>
                </a:lnTo>
                <a:cubicBezTo>
                  <a:pt x="11677356" y="2700876"/>
                  <a:pt x="11647842" y="2679516"/>
                  <a:pt x="11622987" y="2669419"/>
                </a:cubicBezTo>
                <a:cubicBezTo>
                  <a:pt x="11598133" y="2659322"/>
                  <a:pt x="11569136" y="2654274"/>
                  <a:pt x="11535997" y="265427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000">
        <p15:prstTrans prst="prestig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0C863-9DBA-53A6-0814-70B11AF97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AB1F7FB-2651-BB33-9BE3-28260461A5D6}"/>
              </a:ext>
            </a:extLst>
          </p:cNvPr>
          <p:cNvSpPr>
            <a:spLocks noChangeAspect="1"/>
          </p:cNvSpPr>
          <p:nvPr/>
        </p:nvSpPr>
        <p:spPr>
          <a:xfrm>
            <a:off x="-194440099" y="-109911913"/>
            <a:ext cx="502920000" cy="2828925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0782620" y="2822817"/>
                </a:moveTo>
                <a:cubicBezTo>
                  <a:pt x="10849416" y="2822817"/>
                  <a:pt x="10890969" y="2835633"/>
                  <a:pt x="10907280" y="2861264"/>
                </a:cubicBezTo>
                <a:cubicBezTo>
                  <a:pt x="10923590" y="2886895"/>
                  <a:pt x="10931746" y="2923529"/>
                  <a:pt x="10931746" y="2971166"/>
                </a:cubicBezTo>
                <a:cubicBezTo>
                  <a:pt x="10931746" y="3027088"/>
                  <a:pt x="10923073" y="3067477"/>
                  <a:pt x="10905726" y="3092331"/>
                </a:cubicBezTo>
                <a:cubicBezTo>
                  <a:pt x="10888380" y="3117185"/>
                  <a:pt x="10847345" y="3129612"/>
                  <a:pt x="10782620" y="3129612"/>
                </a:cubicBezTo>
                <a:close/>
                <a:moveTo>
                  <a:pt x="7394990" y="2801846"/>
                </a:moveTo>
                <a:lnTo>
                  <a:pt x="7425281" y="2801846"/>
                </a:lnTo>
                <a:lnTo>
                  <a:pt x="7482938" y="3266311"/>
                </a:lnTo>
                <a:lnTo>
                  <a:pt x="7339019" y="3266311"/>
                </a:lnTo>
                <a:close/>
                <a:moveTo>
                  <a:pt x="10448640" y="2663594"/>
                </a:moveTo>
                <a:lnTo>
                  <a:pt x="10448640" y="2830584"/>
                </a:lnTo>
                <a:lnTo>
                  <a:pt x="10516990" y="2830584"/>
                </a:lnTo>
                <a:lnTo>
                  <a:pt x="10516990" y="3613494"/>
                </a:lnTo>
                <a:lnTo>
                  <a:pt x="10448640" y="3613494"/>
                </a:lnTo>
                <a:lnTo>
                  <a:pt x="10448640" y="3780484"/>
                </a:lnTo>
                <a:lnTo>
                  <a:pt x="10850969" y="3780484"/>
                </a:lnTo>
                <a:lnTo>
                  <a:pt x="10850969" y="3613494"/>
                </a:lnTo>
                <a:lnTo>
                  <a:pt x="10782620" y="3613494"/>
                </a:lnTo>
                <a:lnTo>
                  <a:pt x="10782620" y="3290389"/>
                </a:lnTo>
                <a:lnTo>
                  <a:pt x="10869610" y="3290389"/>
                </a:lnTo>
                <a:lnTo>
                  <a:pt x="10974962" y="3780484"/>
                </a:lnTo>
                <a:lnTo>
                  <a:pt x="11219900" y="3780484"/>
                </a:lnTo>
                <a:lnTo>
                  <a:pt x="11219900" y="3613494"/>
                </a:lnTo>
                <a:lnTo>
                  <a:pt x="11174075" y="3613494"/>
                </a:lnTo>
                <a:lnTo>
                  <a:pt x="11087935" y="3215813"/>
                </a:lnTo>
                <a:cubicBezTo>
                  <a:pt x="11127263" y="3186299"/>
                  <a:pt x="11155336" y="3154325"/>
                  <a:pt x="11172152" y="3119892"/>
                </a:cubicBezTo>
                <a:cubicBezTo>
                  <a:pt x="11188967" y="3085458"/>
                  <a:pt x="11197376" y="3042610"/>
                  <a:pt x="11197376" y="2991348"/>
                </a:cubicBezTo>
                <a:cubicBezTo>
                  <a:pt x="11197376" y="2896599"/>
                  <a:pt x="11167344" y="2818286"/>
                  <a:pt x="11107279" y="2756410"/>
                </a:cubicBezTo>
                <a:cubicBezTo>
                  <a:pt x="11047214" y="2694533"/>
                  <a:pt x="10965920" y="2663594"/>
                  <a:pt x="10863396" y="2663594"/>
                </a:cubicBezTo>
                <a:close/>
                <a:moveTo>
                  <a:pt x="9579945" y="2663594"/>
                </a:moveTo>
                <a:lnTo>
                  <a:pt x="9579945" y="2830584"/>
                </a:lnTo>
                <a:lnTo>
                  <a:pt x="9677032" y="2830584"/>
                </a:lnTo>
                <a:lnTo>
                  <a:pt x="9677032" y="3613494"/>
                </a:lnTo>
                <a:lnTo>
                  <a:pt x="9579945" y="3613494"/>
                </a:lnTo>
                <a:lnTo>
                  <a:pt x="9579945" y="3780484"/>
                </a:lnTo>
                <a:lnTo>
                  <a:pt x="10334117" y="3780484"/>
                </a:lnTo>
                <a:lnTo>
                  <a:pt x="10334117" y="3416213"/>
                </a:lnTo>
                <a:lnTo>
                  <a:pt x="10135283" y="3416213"/>
                </a:lnTo>
                <a:lnTo>
                  <a:pt x="10135283" y="3613494"/>
                </a:lnTo>
                <a:lnTo>
                  <a:pt x="9942662" y="3613494"/>
                </a:lnTo>
                <a:lnTo>
                  <a:pt x="9942662" y="3293495"/>
                </a:lnTo>
                <a:lnTo>
                  <a:pt x="10091011" y="3293495"/>
                </a:lnTo>
                <a:lnTo>
                  <a:pt x="10091011" y="3126505"/>
                </a:lnTo>
                <a:lnTo>
                  <a:pt x="9942662" y="3126505"/>
                </a:lnTo>
                <a:lnTo>
                  <a:pt x="9942662" y="2830584"/>
                </a:lnTo>
                <a:lnTo>
                  <a:pt x="10135283" y="2830584"/>
                </a:lnTo>
                <a:lnTo>
                  <a:pt x="10135283" y="3018545"/>
                </a:lnTo>
                <a:lnTo>
                  <a:pt x="10334117" y="3018545"/>
                </a:lnTo>
                <a:lnTo>
                  <a:pt x="10334117" y="2663594"/>
                </a:lnTo>
                <a:close/>
                <a:moveTo>
                  <a:pt x="8724453" y="2663594"/>
                </a:moveTo>
                <a:lnTo>
                  <a:pt x="8724453" y="3076020"/>
                </a:lnTo>
                <a:lnTo>
                  <a:pt x="8891442" y="3076020"/>
                </a:lnTo>
                <a:lnTo>
                  <a:pt x="8891442" y="2830584"/>
                </a:lnTo>
                <a:lnTo>
                  <a:pt x="8985423" y="2830584"/>
                </a:lnTo>
                <a:lnTo>
                  <a:pt x="8985423" y="3613494"/>
                </a:lnTo>
                <a:lnTo>
                  <a:pt x="8894549" y="3613494"/>
                </a:lnTo>
                <a:lnTo>
                  <a:pt x="8894549" y="3780484"/>
                </a:lnTo>
                <a:lnTo>
                  <a:pt x="9341150" y="3780484"/>
                </a:lnTo>
                <a:lnTo>
                  <a:pt x="9341150" y="3613494"/>
                </a:lnTo>
                <a:lnTo>
                  <a:pt x="9251053" y="3613494"/>
                </a:lnTo>
                <a:lnTo>
                  <a:pt x="9251053" y="2830584"/>
                </a:lnTo>
                <a:lnTo>
                  <a:pt x="9345033" y="2830584"/>
                </a:lnTo>
                <a:lnTo>
                  <a:pt x="9345033" y="3076020"/>
                </a:lnTo>
                <a:lnTo>
                  <a:pt x="9512023" y="3076020"/>
                </a:lnTo>
                <a:lnTo>
                  <a:pt x="9512023" y="2663594"/>
                </a:lnTo>
                <a:close/>
                <a:moveTo>
                  <a:pt x="7876728" y="2663594"/>
                </a:moveTo>
                <a:lnTo>
                  <a:pt x="7876728" y="3076020"/>
                </a:lnTo>
                <a:lnTo>
                  <a:pt x="8043718" y="3076020"/>
                </a:lnTo>
                <a:lnTo>
                  <a:pt x="8043718" y="2830584"/>
                </a:lnTo>
                <a:lnTo>
                  <a:pt x="8137698" y="2830584"/>
                </a:lnTo>
                <a:lnTo>
                  <a:pt x="8137698" y="3613494"/>
                </a:lnTo>
                <a:lnTo>
                  <a:pt x="8046824" y="3613494"/>
                </a:lnTo>
                <a:lnTo>
                  <a:pt x="8046824" y="3780484"/>
                </a:lnTo>
                <a:lnTo>
                  <a:pt x="8493425" y="3780484"/>
                </a:lnTo>
                <a:lnTo>
                  <a:pt x="8493425" y="3613494"/>
                </a:lnTo>
                <a:lnTo>
                  <a:pt x="8403328" y="3613494"/>
                </a:lnTo>
                <a:lnTo>
                  <a:pt x="8403328" y="2830584"/>
                </a:lnTo>
                <a:lnTo>
                  <a:pt x="8497309" y="2830584"/>
                </a:lnTo>
                <a:lnTo>
                  <a:pt x="8497309" y="3076020"/>
                </a:lnTo>
                <a:lnTo>
                  <a:pt x="8664298" y="3076020"/>
                </a:lnTo>
                <a:lnTo>
                  <a:pt x="8664298" y="2663594"/>
                </a:lnTo>
                <a:close/>
                <a:moveTo>
                  <a:pt x="7102952" y="2663594"/>
                </a:moveTo>
                <a:lnTo>
                  <a:pt x="7102952" y="2830584"/>
                </a:lnTo>
                <a:lnTo>
                  <a:pt x="7174469" y="2830584"/>
                </a:lnTo>
                <a:lnTo>
                  <a:pt x="7054020" y="3613494"/>
                </a:lnTo>
                <a:lnTo>
                  <a:pt x="6979457" y="3613494"/>
                </a:lnTo>
                <a:lnTo>
                  <a:pt x="6979457" y="3780484"/>
                </a:lnTo>
                <a:lnTo>
                  <a:pt x="7363145" y="3780484"/>
                </a:lnTo>
                <a:lnTo>
                  <a:pt x="7363145" y="3613494"/>
                </a:lnTo>
                <a:lnTo>
                  <a:pt x="7294469" y="3613494"/>
                </a:lnTo>
                <a:lnTo>
                  <a:pt x="7320245" y="3405340"/>
                </a:lnTo>
                <a:lnTo>
                  <a:pt x="7503230" y="3405340"/>
                </a:lnTo>
                <a:lnTo>
                  <a:pt x="7530111" y="3613494"/>
                </a:lnTo>
                <a:lnTo>
                  <a:pt x="7460232" y="3613494"/>
                </a:lnTo>
                <a:lnTo>
                  <a:pt x="7460232" y="3780484"/>
                </a:lnTo>
                <a:lnTo>
                  <a:pt x="7841590" y="3780484"/>
                </a:lnTo>
                <a:lnTo>
                  <a:pt x="7841590" y="3613494"/>
                </a:lnTo>
                <a:lnTo>
                  <a:pt x="7771688" y="3613494"/>
                </a:lnTo>
                <a:lnTo>
                  <a:pt x="7643933" y="2830584"/>
                </a:lnTo>
                <a:lnTo>
                  <a:pt x="7719649" y="2830584"/>
                </a:lnTo>
                <a:lnTo>
                  <a:pt x="7719649" y="2663594"/>
                </a:lnTo>
                <a:close/>
                <a:moveTo>
                  <a:pt x="5860902" y="2663594"/>
                </a:moveTo>
                <a:lnTo>
                  <a:pt x="5860902" y="2830584"/>
                </a:lnTo>
                <a:lnTo>
                  <a:pt x="5937018" y="2830584"/>
                </a:lnTo>
                <a:lnTo>
                  <a:pt x="5937018" y="3613494"/>
                </a:lnTo>
                <a:lnTo>
                  <a:pt x="5860902" y="3613494"/>
                </a:lnTo>
                <a:lnTo>
                  <a:pt x="5860902" y="3780484"/>
                </a:lnTo>
                <a:lnTo>
                  <a:pt x="6151387" y="3780484"/>
                </a:lnTo>
                <a:lnTo>
                  <a:pt x="6151387" y="3613494"/>
                </a:lnTo>
                <a:lnTo>
                  <a:pt x="6093134" y="3613494"/>
                </a:lnTo>
                <a:lnTo>
                  <a:pt x="6093134" y="2813497"/>
                </a:lnTo>
                <a:lnTo>
                  <a:pt x="6113328" y="2813497"/>
                </a:lnTo>
                <a:lnTo>
                  <a:pt x="6294493" y="3780484"/>
                </a:lnTo>
                <a:lnTo>
                  <a:pt x="6382089" y="3780484"/>
                </a:lnTo>
                <a:lnTo>
                  <a:pt x="6560706" y="2813497"/>
                </a:lnTo>
                <a:lnTo>
                  <a:pt x="6577793" y="2813497"/>
                </a:lnTo>
                <a:lnTo>
                  <a:pt x="6577793" y="3613494"/>
                </a:lnTo>
                <a:lnTo>
                  <a:pt x="6518764" y="3613494"/>
                </a:lnTo>
                <a:lnTo>
                  <a:pt x="6518764" y="3780484"/>
                </a:lnTo>
                <a:lnTo>
                  <a:pt x="6916433" y="3780484"/>
                </a:lnTo>
                <a:lnTo>
                  <a:pt x="6916433" y="3613494"/>
                </a:lnTo>
                <a:lnTo>
                  <a:pt x="6843423" y="3613494"/>
                </a:lnTo>
                <a:lnTo>
                  <a:pt x="6843423" y="2830584"/>
                </a:lnTo>
                <a:lnTo>
                  <a:pt x="6916433" y="2830584"/>
                </a:lnTo>
                <a:lnTo>
                  <a:pt x="6916433" y="2663594"/>
                </a:lnTo>
                <a:lnTo>
                  <a:pt x="6450621" y="2663594"/>
                </a:lnTo>
                <a:lnTo>
                  <a:pt x="6382066" y="3103205"/>
                </a:lnTo>
                <a:lnTo>
                  <a:pt x="6363425" y="3103205"/>
                </a:lnTo>
                <a:lnTo>
                  <a:pt x="6295367" y="2663594"/>
                </a:lnTo>
                <a:close/>
                <a:moveTo>
                  <a:pt x="4466779" y="2663594"/>
                </a:moveTo>
                <a:lnTo>
                  <a:pt x="4466779" y="3076020"/>
                </a:lnTo>
                <a:lnTo>
                  <a:pt x="4633768" y="3076020"/>
                </a:lnTo>
                <a:lnTo>
                  <a:pt x="4633768" y="2830584"/>
                </a:lnTo>
                <a:lnTo>
                  <a:pt x="4727748" y="2830584"/>
                </a:lnTo>
                <a:lnTo>
                  <a:pt x="4727748" y="3613494"/>
                </a:lnTo>
                <a:lnTo>
                  <a:pt x="4636875" y="3613494"/>
                </a:lnTo>
                <a:lnTo>
                  <a:pt x="4636875" y="3780484"/>
                </a:lnTo>
                <a:lnTo>
                  <a:pt x="5083475" y="3780484"/>
                </a:lnTo>
                <a:lnTo>
                  <a:pt x="5083475" y="3613494"/>
                </a:lnTo>
                <a:lnTo>
                  <a:pt x="4993379" y="3613494"/>
                </a:lnTo>
                <a:lnTo>
                  <a:pt x="4993379" y="2830584"/>
                </a:lnTo>
                <a:lnTo>
                  <a:pt x="5087359" y="2830584"/>
                </a:lnTo>
                <a:lnTo>
                  <a:pt x="5087359" y="3076020"/>
                </a:lnTo>
                <a:lnTo>
                  <a:pt x="5254348" y="3076020"/>
                </a:lnTo>
                <a:lnTo>
                  <a:pt x="5254348" y="2663594"/>
                </a:lnTo>
                <a:close/>
                <a:moveTo>
                  <a:pt x="3914124" y="2663594"/>
                </a:moveTo>
                <a:lnTo>
                  <a:pt x="3914124" y="2830584"/>
                </a:lnTo>
                <a:lnTo>
                  <a:pt x="4022084" y="2830584"/>
                </a:lnTo>
                <a:lnTo>
                  <a:pt x="4022084" y="3613494"/>
                </a:lnTo>
                <a:lnTo>
                  <a:pt x="3914124" y="3613494"/>
                </a:lnTo>
                <a:lnTo>
                  <a:pt x="3914124" y="3780484"/>
                </a:lnTo>
                <a:lnTo>
                  <a:pt x="4402667" y="3780484"/>
                </a:lnTo>
                <a:lnTo>
                  <a:pt x="4402667" y="3613494"/>
                </a:lnTo>
                <a:lnTo>
                  <a:pt x="4287714" y="3613494"/>
                </a:lnTo>
                <a:lnTo>
                  <a:pt x="4287714" y="2830584"/>
                </a:lnTo>
                <a:lnTo>
                  <a:pt x="4402667" y="2830584"/>
                </a:lnTo>
                <a:lnTo>
                  <a:pt x="4402667" y="2663594"/>
                </a:lnTo>
                <a:close/>
                <a:moveTo>
                  <a:pt x="2468286" y="2663594"/>
                </a:moveTo>
                <a:lnTo>
                  <a:pt x="2468286" y="2830584"/>
                </a:lnTo>
                <a:lnTo>
                  <a:pt x="2544403" y="2830584"/>
                </a:lnTo>
                <a:lnTo>
                  <a:pt x="2765761" y="3355631"/>
                </a:lnTo>
                <a:lnTo>
                  <a:pt x="2765761" y="3613494"/>
                </a:lnTo>
                <a:lnTo>
                  <a:pt x="2673334" y="3613494"/>
                </a:lnTo>
                <a:lnTo>
                  <a:pt x="2673334" y="3780484"/>
                </a:lnTo>
                <a:lnTo>
                  <a:pt x="3118382" y="3780484"/>
                </a:lnTo>
                <a:lnTo>
                  <a:pt x="3118382" y="3613494"/>
                </a:lnTo>
                <a:lnTo>
                  <a:pt x="3031392" y="3613494"/>
                </a:lnTo>
                <a:lnTo>
                  <a:pt x="3031392" y="3355631"/>
                </a:lnTo>
                <a:lnTo>
                  <a:pt x="3258187" y="2830584"/>
                </a:lnTo>
                <a:lnTo>
                  <a:pt x="3336634" y="2830584"/>
                </a:lnTo>
                <a:lnTo>
                  <a:pt x="3336634" y="2663594"/>
                </a:lnTo>
                <a:lnTo>
                  <a:pt x="2973916" y="2663594"/>
                </a:lnTo>
                <a:lnTo>
                  <a:pt x="2973916" y="2830584"/>
                </a:lnTo>
                <a:lnTo>
                  <a:pt x="3074632" y="2830584"/>
                </a:lnTo>
                <a:lnTo>
                  <a:pt x="2932532" y="3163423"/>
                </a:lnTo>
                <a:lnTo>
                  <a:pt x="2796416" y="2830584"/>
                </a:lnTo>
                <a:lnTo>
                  <a:pt x="2896246" y="2830584"/>
                </a:lnTo>
                <a:lnTo>
                  <a:pt x="2896246" y="2663594"/>
                </a:lnTo>
                <a:close/>
                <a:moveTo>
                  <a:pt x="1540845" y="2663594"/>
                </a:moveTo>
                <a:lnTo>
                  <a:pt x="1540845" y="2830584"/>
                </a:lnTo>
                <a:lnTo>
                  <a:pt x="1625505" y="2830584"/>
                </a:lnTo>
                <a:lnTo>
                  <a:pt x="1625505" y="3613494"/>
                </a:lnTo>
                <a:lnTo>
                  <a:pt x="1540845" y="3613494"/>
                </a:lnTo>
                <a:lnTo>
                  <a:pt x="1540845" y="3780484"/>
                </a:lnTo>
                <a:lnTo>
                  <a:pt x="1935407" y="3780484"/>
                </a:lnTo>
                <a:lnTo>
                  <a:pt x="1935407" y="3613494"/>
                </a:lnTo>
                <a:lnTo>
                  <a:pt x="1891136" y="3613494"/>
                </a:lnTo>
                <a:lnTo>
                  <a:pt x="1891136" y="3277961"/>
                </a:lnTo>
                <a:lnTo>
                  <a:pt x="2059679" y="3277961"/>
                </a:lnTo>
                <a:lnTo>
                  <a:pt x="2059679" y="3613494"/>
                </a:lnTo>
                <a:lnTo>
                  <a:pt x="2015407" y="3613494"/>
                </a:lnTo>
                <a:lnTo>
                  <a:pt x="2015407" y="3780484"/>
                </a:lnTo>
                <a:lnTo>
                  <a:pt x="2409969" y="3780484"/>
                </a:lnTo>
                <a:lnTo>
                  <a:pt x="2409969" y="3613494"/>
                </a:lnTo>
                <a:lnTo>
                  <a:pt x="2325309" y="3613494"/>
                </a:lnTo>
                <a:lnTo>
                  <a:pt x="2325309" y="2830584"/>
                </a:lnTo>
                <a:lnTo>
                  <a:pt x="2409969" y="2830584"/>
                </a:lnTo>
                <a:lnTo>
                  <a:pt x="2409969" y="2663594"/>
                </a:lnTo>
                <a:lnTo>
                  <a:pt x="2015407" y="2663594"/>
                </a:lnTo>
                <a:lnTo>
                  <a:pt x="2015407" y="2830584"/>
                </a:lnTo>
                <a:lnTo>
                  <a:pt x="2059679" y="2830584"/>
                </a:lnTo>
                <a:lnTo>
                  <a:pt x="2059679" y="3110972"/>
                </a:lnTo>
                <a:lnTo>
                  <a:pt x="1891136" y="3110972"/>
                </a:lnTo>
                <a:lnTo>
                  <a:pt x="1891136" y="2830584"/>
                </a:lnTo>
                <a:lnTo>
                  <a:pt x="1935407" y="2830584"/>
                </a:lnTo>
                <a:lnTo>
                  <a:pt x="1935407" y="2663594"/>
                </a:lnTo>
                <a:close/>
                <a:moveTo>
                  <a:pt x="337221" y="2663594"/>
                </a:moveTo>
                <a:lnTo>
                  <a:pt x="337221" y="2830584"/>
                </a:lnTo>
                <a:lnTo>
                  <a:pt x="396250" y="2830584"/>
                </a:lnTo>
                <a:lnTo>
                  <a:pt x="614453" y="3798348"/>
                </a:lnTo>
                <a:lnTo>
                  <a:pt x="811819" y="3798348"/>
                </a:lnTo>
                <a:lnTo>
                  <a:pt x="913918" y="3309806"/>
                </a:lnTo>
                <a:lnTo>
                  <a:pt x="1024731" y="3798348"/>
                </a:lnTo>
                <a:lnTo>
                  <a:pt x="1222449" y="3798348"/>
                </a:lnTo>
                <a:lnTo>
                  <a:pt x="1429257" y="2830584"/>
                </a:lnTo>
                <a:lnTo>
                  <a:pt x="1486732" y="2830584"/>
                </a:lnTo>
                <a:lnTo>
                  <a:pt x="1486732" y="2663594"/>
                </a:lnTo>
                <a:lnTo>
                  <a:pt x="1165180" y="2663594"/>
                </a:lnTo>
                <a:lnTo>
                  <a:pt x="1165180" y="2830584"/>
                </a:lnTo>
                <a:lnTo>
                  <a:pt x="1228638" y="2830584"/>
                </a:lnTo>
                <a:lnTo>
                  <a:pt x="1131393" y="3300486"/>
                </a:lnTo>
                <a:lnTo>
                  <a:pt x="1024816" y="2830584"/>
                </a:lnTo>
                <a:lnTo>
                  <a:pt x="1087510" y="2830584"/>
                </a:lnTo>
                <a:lnTo>
                  <a:pt x="1087510" y="2663594"/>
                </a:lnTo>
                <a:lnTo>
                  <a:pt x="780715" y="2663594"/>
                </a:lnTo>
                <a:lnTo>
                  <a:pt x="780715" y="2830584"/>
                </a:lnTo>
                <a:lnTo>
                  <a:pt x="836406" y="2830584"/>
                </a:lnTo>
                <a:lnTo>
                  <a:pt x="743822" y="3288835"/>
                </a:lnTo>
                <a:lnTo>
                  <a:pt x="638227" y="2830584"/>
                </a:lnTo>
                <a:lnTo>
                  <a:pt x="698385" y="2830584"/>
                </a:lnTo>
                <a:lnTo>
                  <a:pt x="698385" y="2663594"/>
                </a:lnTo>
                <a:close/>
                <a:moveTo>
                  <a:pt x="11535997" y="2654274"/>
                </a:moveTo>
                <a:cubicBezTo>
                  <a:pt x="11469201" y="2654274"/>
                  <a:pt x="11414056" y="2679258"/>
                  <a:pt x="11370561" y="2729225"/>
                </a:cubicBezTo>
                <a:cubicBezTo>
                  <a:pt x="11327066" y="2779193"/>
                  <a:pt x="11305318" y="2843270"/>
                  <a:pt x="11305318" y="2921458"/>
                </a:cubicBezTo>
                <a:cubicBezTo>
                  <a:pt x="11305318" y="2973237"/>
                  <a:pt x="11317745" y="3025794"/>
                  <a:pt x="11342600" y="3079127"/>
                </a:cubicBezTo>
                <a:cubicBezTo>
                  <a:pt x="11367454" y="3132460"/>
                  <a:pt x="11424807" y="3200688"/>
                  <a:pt x="11514662" y="3283811"/>
                </a:cubicBezTo>
                <a:cubicBezTo>
                  <a:pt x="11581280" y="3346157"/>
                  <a:pt x="11622979" y="3392561"/>
                  <a:pt x="11639758" y="3423022"/>
                </a:cubicBezTo>
                <a:cubicBezTo>
                  <a:pt x="11656539" y="3453483"/>
                  <a:pt x="11664929" y="3482649"/>
                  <a:pt x="11664929" y="3510521"/>
                </a:cubicBezTo>
                <a:cubicBezTo>
                  <a:pt x="11664929" y="3545109"/>
                  <a:pt x="11657550" y="3572212"/>
                  <a:pt x="11642793" y="3591832"/>
                </a:cubicBezTo>
                <a:cubicBezTo>
                  <a:pt x="11628036" y="3611452"/>
                  <a:pt x="11607453" y="3621261"/>
                  <a:pt x="11581046" y="3621261"/>
                </a:cubicBezTo>
                <a:cubicBezTo>
                  <a:pt x="11551531" y="3621261"/>
                  <a:pt x="11527713" y="3608575"/>
                  <a:pt x="11509590" y="3583203"/>
                </a:cubicBezTo>
                <a:cubicBezTo>
                  <a:pt x="11491466" y="3557831"/>
                  <a:pt x="11482405" y="3502686"/>
                  <a:pt x="11482405" y="3417767"/>
                </a:cubicBezTo>
                <a:lnTo>
                  <a:pt x="11315415" y="3417767"/>
                </a:lnTo>
                <a:lnTo>
                  <a:pt x="11315415" y="3780484"/>
                </a:lnTo>
                <a:lnTo>
                  <a:pt x="11482405" y="3780484"/>
                </a:lnTo>
                <a:lnTo>
                  <a:pt x="11482405" y="3710582"/>
                </a:lnTo>
                <a:cubicBezTo>
                  <a:pt x="11533667" y="3763397"/>
                  <a:pt x="11590883" y="3789805"/>
                  <a:pt x="11654055" y="3789805"/>
                </a:cubicBezTo>
                <a:cubicBezTo>
                  <a:pt x="11726029" y="3789805"/>
                  <a:pt x="11785965" y="3761326"/>
                  <a:pt x="11833860" y="3704368"/>
                </a:cubicBezTo>
                <a:cubicBezTo>
                  <a:pt x="11881756" y="3647410"/>
                  <a:pt x="11905705" y="3575695"/>
                  <a:pt x="11905705" y="3489223"/>
                </a:cubicBezTo>
                <a:cubicBezTo>
                  <a:pt x="11905705" y="3421909"/>
                  <a:pt x="11889912" y="3358738"/>
                  <a:pt x="11858326" y="3299709"/>
                </a:cubicBezTo>
                <a:cubicBezTo>
                  <a:pt x="11826741" y="3240680"/>
                  <a:pt x="11759771" y="3167064"/>
                  <a:pt x="11657417" y="3078860"/>
                </a:cubicBezTo>
                <a:cubicBezTo>
                  <a:pt x="11611924" y="3039944"/>
                  <a:pt x="11581478" y="3008858"/>
                  <a:pt x="11566081" y="2985602"/>
                </a:cubicBezTo>
                <a:cubicBezTo>
                  <a:pt x="11550686" y="2962345"/>
                  <a:pt x="11542987" y="2935216"/>
                  <a:pt x="11542987" y="2904213"/>
                </a:cubicBezTo>
                <a:cubicBezTo>
                  <a:pt x="11542987" y="2878889"/>
                  <a:pt x="11549589" y="2858733"/>
                  <a:pt x="11562793" y="2843746"/>
                </a:cubicBezTo>
                <a:cubicBezTo>
                  <a:pt x="11575997" y="2828758"/>
                  <a:pt x="11593732" y="2821264"/>
                  <a:pt x="11615997" y="2821264"/>
                </a:cubicBezTo>
                <a:cubicBezTo>
                  <a:pt x="11646547" y="2821264"/>
                  <a:pt x="11670106" y="2833432"/>
                  <a:pt x="11686676" y="2857769"/>
                </a:cubicBezTo>
                <a:cubicBezTo>
                  <a:pt x="11703246" y="2882105"/>
                  <a:pt x="11711531" y="2929742"/>
                  <a:pt x="11711531" y="3000681"/>
                </a:cubicBezTo>
                <a:lnTo>
                  <a:pt x="11878520" y="3000681"/>
                </a:lnTo>
                <a:lnTo>
                  <a:pt x="11878520" y="2663594"/>
                </a:lnTo>
                <a:lnTo>
                  <a:pt x="11711531" y="2663594"/>
                </a:lnTo>
                <a:lnTo>
                  <a:pt x="11711531" y="2733497"/>
                </a:lnTo>
                <a:cubicBezTo>
                  <a:pt x="11677356" y="2700876"/>
                  <a:pt x="11647842" y="2679516"/>
                  <a:pt x="11622987" y="2669419"/>
                </a:cubicBezTo>
                <a:cubicBezTo>
                  <a:pt x="11598133" y="2659322"/>
                  <a:pt x="11569136" y="2654274"/>
                  <a:pt x="11535997" y="265427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Why It Matters">
            <a:extLst>
              <a:ext uri="{FF2B5EF4-FFF2-40B4-BE49-F238E27FC236}">
                <a16:creationId xmlns:a16="http://schemas.microsoft.com/office/drawing/2014/main" id="{46482E03-DEC4-C22D-5F7A-C8FCD596CC12}"/>
              </a:ext>
            </a:extLst>
          </p:cNvPr>
          <p:cNvSpPr/>
          <p:nvPr/>
        </p:nvSpPr>
        <p:spPr>
          <a:xfrm>
            <a:off x="3138261" y="0"/>
            <a:ext cx="5689556" cy="14829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Why It Matters</a:t>
            </a:r>
            <a:endParaRPr lang="en-US" sz="5000" dirty="0"/>
          </a:p>
        </p:txBody>
      </p:sp>
      <p:sp>
        <p:nvSpPr>
          <p:cNvPr id="3" name="Why it matters explaination">
            <a:extLst>
              <a:ext uri="{FF2B5EF4-FFF2-40B4-BE49-F238E27FC236}">
                <a16:creationId xmlns:a16="http://schemas.microsoft.com/office/drawing/2014/main" id="{00A227AB-AD2D-22BE-9D3E-0DD43F05366B}"/>
              </a:ext>
            </a:extLst>
          </p:cNvPr>
          <p:cNvSpPr/>
          <p:nvPr/>
        </p:nvSpPr>
        <p:spPr>
          <a:xfrm>
            <a:off x="631908" y="1880636"/>
            <a:ext cx="10927878" cy="99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Attackers target ordinary people because everyday accounts unlock valuable data.</a:t>
            </a:r>
          </a:p>
          <a:p>
            <a:pPr marL="0" indent="0" algn="ctr">
              <a:lnSpc>
                <a:spcPct val="1330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compromise can cascade across your life.</a:t>
            </a:r>
            <a:endParaRPr lang="en-US" sz="2000" dirty="0"/>
          </a:p>
        </p:txBody>
      </p:sp>
      <p:grpSp>
        <p:nvGrpSpPr>
          <p:cNvPr id="19" name="Personal Accounts">
            <a:extLst>
              <a:ext uri="{FF2B5EF4-FFF2-40B4-BE49-F238E27FC236}">
                <a16:creationId xmlns:a16="http://schemas.microsoft.com/office/drawing/2014/main" id="{C688C78C-ACA7-C4B0-CB83-101E21A41F7E}"/>
              </a:ext>
            </a:extLst>
          </p:cNvPr>
          <p:cNvGrpSpPr/>
          <p:nvPr/>
        </p:nvGrpSpPr>
        <p:grpSpPr>
          <a:xfrm>
            <a:off x="631908" y="3707751"/>
            <a:ext cx="2562757" cy="1568748"/>
            <a:chOff x="631908" y="3453110"/>
            <a:chExt cx="2562757" cy="1568748"/>
          </a:xfrm>
        </p:grpSpPr>
        <p:pic>
          <p:nvPicPr>
            <p:cNvPr id="4" name="Image 0" descr="preencoded.png">
              <a:extLst>
                <a:ext uri="{FF2B5EF4-FFF2-40B4-BE49-F238E27FC236}">
                  <a16:creationId xmlns:a16="http://schemas.microsoft.com/office/drawing/2014/main" id="{AFAD5CD2-A630-260B-50F8-FB1D5CA44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1908" y="3453110"/>
              <a:ext cx="563747" cy="704652"/>
            </a:xfrm>
            <a:prstGeom prst="rect">
              <a:avLst/>
            </a:prstGeom>
          </p:spPr>
        </p:pic>
        <p:sp>
          <p:nvSpPr>
            <p:cNvPr id="5" name="Text 2">
              <a:extLst>
                <a:ext uri="{FF2B5EF4-FFF2-40B4-BE49-F238E27FC236}">
                  <a16:creationId xmlns:a16="http://schemas.microsoft.com/office/drawing/2014/main" id="{E55B6A67-2348-8C61-7B1C-40AA564C2FAF}"/>
                </a:ext>
              </a:extLst>
            </p:cNvPr>
            <p:cNvSpPr/>
            <p:nvPr/>
          </p:nvSpPr>
          <p:spPr>
            <a:xfrm>
              <a:off x="1421273" y="3453110"/>
              <a:ext cx="1773392" cy="5937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85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Personal accounts</a:t>
              </a:r>
              <a:endParaRPr lang="en-US" sz="1850" dirty="0"/>
            </a:p>
          </p:txBody>
        </p:sp>
        <p:sp>
          <p:nvSpPr>
            <p:cNvPr id="6" name="Text 3">
              <a:extLst>
                <a:ext uri="{FF2B5EF4-FFF2-40B4-BE49-F238E27FC236}">
                  <a16:creationId xmlns:a16="http://schemas.microsoft.com/office/drawing/2014/main" id="{BEA0FCD1-3218-D07A-2BC6-C92B067157F2}"/>
                </a:ext>
              </a:extLst>
            </p:cNvPr>
            <p:cNvSpPr/>
            <p:nvPr/>
          </p:nvSpPr>
          <p:spPr>
            <a:xfrm>
              <a:off x="1421273" y="4155083"/>
              <a:ext cx="1773392" cy="866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4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Social, email — entry points for identity theft.</a:t>
              </a:r>
              <a:endParaRPr lang="en-US" sz="1400" dirty="0"/>
            </a:p>
          </p:txBody>
        </p:sp>
      </p:grpSp>
      <p:grpSp>
        <p:nvGrpSpPr>
          <p:cNvPr id="18" name="Passwords and Credentials">
            <a:extLst>
              <a:ext uri="{FF2B5EF4-FFF2-40B4-BE49-F238E27FC236}">
                <a16:creationId xmlns:a16="http://schemas.microsoft.com/office/drawing/2014/main" id="{7193546E-A7EF-F281-1D83-88DECB401944}"/>
              </a:ext>
            </a:extLst>
          </p:cNvPr>
          <p:cNvGrpSpPr/>
          <p:nvPr/>
        </p:nvGrpSpPr>
        <p:grpSpPr>
          <a:xfrm>
            <a:off x="3420282" y="3707751"/>
            <a:ext cx="2562757" cy="1568748"/>
            <a:chOff x="3420282" y="3453110"/>
            <a:chExt cx="2562757" cy="1568748"/>
          </a:xfrm>
        </p:grpSpPr>
        <p:pic>
          <p:nvPicPr>
            <p:cNvPr id="7" name="Image 1" descr="preencoded.png">
              <a:extLst>
                <a:ext uri="{FF2B5EF4-FFF2-40B4-BE49-F238E27FC236}">
                  <a16:creationId xmlns:a16="http://schemas.microsoft.com/office/drawing/2014/main" id="{5E9B7D79-2B8E-C219-05D2-47D1BB1E9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20282" y="3453110"/>
              <a:ext cx="563747" cy="704652"/>
            </a:xfrm>
            <a:prstGeom prst="rect">
              <a:avLst/>
            </a:prstGeom>
          </p:spPr>
        </p:pic>
        <p:sp>
          <p:nvSpPr>
            <p:cNvPr id="8" name="Text 4">
              <a:extLst>
                <a:ext uri="{FF2B5EF4-FFF2-40B4-BE49-F238E27FC236}">
                  <a16:creationId xmlns:a16="http://schemas.microsoft.com/office/drawing/2014/main" id="{D2F57064-6209-A601-C1AD-F355AA261977}"/>
                </a:ext>
              </a:extLst>
            </p:cNvPr>
            <p:cNvSpPr/>
            <p:nvPr/>
          </p:nvSpPr>
          <p:spPr>
            <a:xfrm>
              <a:off x="4209647" y="3453110"/>
              <a:ext cx="1773392" cy="5937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85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Passwords &amp; credentials</a:t>
              </a:r>
              <a:endParaRPr lang="en-US" sz="1850" dirty="0"/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D91807CB-4FAC-56BC-D8DF-1ED24921B0D2}"/>
                </a:ext>
              </a:extLst>
            </p:cNvPr>
            <p:cNvSpPr/>
            <p:nvPr/>
          </p:nvSpPr>
          <p:spPr>
            <a:xfrm>
              <a:off x="4209647" y="4155083"/>
              <a:ext cx="1773392" cy="866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4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Reused passwords let attackers hop between accounts.</a:t>
              </a:r>
              <a:endParaRPr lang="en-US" sz="1400" dirty="0"/>
            </a:p>
          </p:txBody>
        </p:sp>
      </p:grpSp>
      <p:grpSp>
        <p:nvGrpSpPr>
          <p:cNvPr id="17" name="Financial Info">
            <a:extLst>
              <a:ext uri="{FF2B5EF4-FFF2-40B4-BE49-F238E27FC236}">
                <a16:creationId xmlns:a16="http://schemas.microsoft.com/office/drawing/2014/main" id="{90B41936-6F51-480E-0957-C10C87ADE406}"/>
              </a:ext>
            </a:extLst>
          </p:cNvPr>
          <p:cNvGrpSpPr/>
          <p:nvPr/>
        </p:nvGrpSpPr>
        <p:grpSpPr>
          <a:xfrm>
            <a:off x="6208656" y="3707751"/>
            <a:ext cx="2562757" cy="1271885"/>
            <a:chOff x="6208656" y="3453110"/>
            <a:chExt cx="2562757" cy="1271885"/>
          </a:xfrm>
        </p:grpSpPr>
        <p:pic>
          <p:nvPicPr>
            <p:cNvPr id="10" name="Image 2" descr="preencoded.png">
              <a:extLst>
                <a:ext uri="{FF2B5EF4-FFF2-40B4-BE49-F238E27FC236}">
                  <a16:creationId xmlns:a16="http://schemas.microsoft.com/office/drawing/2014/main" id="{B1EF128F-75B8-AF69-047F-DF49A7399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08656" y="3453110"/>
              <a:ext cx="563747" cy="704652"/>
            </a:xfrm>
            <a:prstGeom prst="rect">
              <a:avLst/>
            </a:prstGeom>
          </p:spPr>
        </p:pic>
        <p:sp>
          <p:nvSpPr>
            <p:cNvPr id="11" name="Text 6">
              <a:extLst>
                <a:ext uri="{FF2B5EF4-FFF2-40B4-BE49-F238E27FC236}">
                  <a16:creationId xmlns:a16="http://schemas.microsoft.com/office/drawing/2014/main" id="{00E94148-FCB1-11B0-FC91-097202E711B8}"/>
                </a:ext>
              </a:extLst>
            </p:cNvPr>
            <p:cNvSpPr/>
            <p:nvPr/>
          </p:nvSpPr>
          <p:spPr>
            <a:xfrm>
              <a:off x="6998021" y="3453110"/>
              <a:ext cx="1773392" cy="2968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85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Financial info</a:t>
              </a:r>
              <a:endParaRPr lang="en-US" sz="1850" dirty="0"/>
            </a:p>
          </p:txBody>
        </p:sp>
        <p:sp>
          <p:nvSpPr>
            <p:cNvPr id="12" name="Text 7">
              <a:extLst>
                <a:ext uri="{FF2B5EF4-FFF2-40B4-BE49-F238E27FC236}">
                  <a16:creationId xmlns:a16="http://schemas.microsoft.com/office/drawing/2014/main" id="{C9A9537A-448E-B0B3-657B-8645458131D3}"/>
                </a:ext>
              </a:extLst>
            </p:cNvPr>
            <p:cNvSpPr/>
            <p:nvPr/>
          </p:nvSpPr>
          <p:spPr>
            <a:xfrm>
              <a:off x="6998021" y="3858220"/>
              <a:ext cx="1773392" cy="866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4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Banking and payment apps are high-value targets.</a:t>
              </a:r>
              <a:endParaRPr lang="en-US" sz="1400" dirty="0"/>
            </a:p>
          </p:txBody>
        </p:sp>
      </p:grpSp>
      <p:grpSp>
        <p:nvGrpSpPr>
          <p:cNvPr id="16" name="Photos and Documents">
            <a:extLst>
              <a:ext uri="{FF2B5EF4-FFF2-40B4-BE49-F238E27FC236}">
                <a16:creationId xmlns:a16="http://schemas.microsoft.com/office/drawing/2014/main" id="{3DCD1C03-C9F1-102C-561A-B256665FE24D}"/>
              </a:ext>
            </a:extLst>
          </p:cNvPr>
          <p:cNvGrpSpPr/>
          <p:nvPr/>
        </p:nvGrpSpPr>
        <p:grpSpPr>
          <a:xfrm>
            <a:off x="8997030" y="3707751"/>
            <a:ext cx="2562757" cy="1568748"/>
            <a:chOff x="8997030" y="3453110"/>
            <a:chExt cx="2562757" cy="1568748"/>
          </a:xfrm>
        </p:grpSpPr>
        <p:pic>
          <p:nvPicPr>
            <p:cNvPr id="13" name="Image 3" descr="preencoded.png">
              <a:extLst>
                <a:ext uri="{FF2B5EF4-FFF2-40B4-BE49-F238E27FC236}">
                  <a16:creationId xmlns:a16="http://schemas.microsoft.com/office/drawing/2014/main" id="{C439CFF6-A25B-D65D-7309-9A9B92913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97030" y="3453110"/>
              <a:ext cx="563747" cy="704652"/>
            </a:xfrm>
            <a:prstGeom prst="rect">
              <a:avLst/>
            </a:prstGeom>
          </p:spPr>
        </p:pic>
        <p:sp>
          <p:nvSpPr>
            <p:cNvPr id="14" name="Text 8">
              <a:extLst>
                <a:ext uri="{FF2B5EF4-FFF2-40B4-BE49-F238E27FC236}">
                  <a16:creationId xmlns:a16="http://schemas.microsoft.com/office/drawing/2014/main" id="{A967F170-5EB1-FAFE-273C-CB3FB8DE2217}"/>
                </a:ext>
              </a:extLst>
            </p:cNvPr>
            <p:cNvSpPr/>
            <p:nvPr/>
          </p:nvSpPr>
          <p:spPr>
            <a:xfrm>
              <a:off x="9786395" y="3453110"/>
              <a:ext cx="1773392" cy="5937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85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Photos &amp; documents</a:t>
              </a:r>
              <a:endParaRPr lang="en-US" sz="1850" dirty="0"/>
            </a:p>
          </p:txBody>
        </p:sp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865FDACE-24EF-EE9E-45E8-5F36592AF928}"/>
                </a:ext>
              </a:extLst>
            </p:cNvPr>
            <p:cNvSpPr/>
            <p:nvPr/>
          </p:nvSpPr>
          <p:spPr>
            <a:xfrm>
              <a:off x="9786395" y="4155083"/>
              <a:ext cx="1773392" cy="866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4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Personal data can be leaked or misused.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93937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lack BG">
            <a:extLst>
              <a:ext uri="{FF2B5EF4-FFF2-40B4-BE49-F238E27FC236}">
                <a16:creationId xmlns:a16="http://schemas.microsoft.com/office/drawing/2014/main" id="{12FE45C7-84AF-7F5A-B44C-26C573DA110C}"/>
              </a:ext>
            </a:extLst>
          </p:cNvPr>
          <p:cNvSpPr/>
          <p:nvPr/>
        </p:nvSpPr>
        <p:spPr>
          <a:xfrm>
            <a:off x="-1" y="-6770"/>
            <a:ext cx="12192001" cy="6864770"/>
          </a:xfrm>
          <a:prstGeom prst="rect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Golden Title">
            <a:extLst>
              <a:ext uri="{FF2B5EF4-FFF2-40B4-BE49-F238E27FC236}">
                <a16:creationId xmlns:a16="http://schemas.microsoft.com/office/drawing/2014/main" id="{41961CCA-732A-04BC-342B-8C8E925BB8BB}"/>
              </a:ext>
            </a:extLst>
          </p:cNvPr>
          <p:cNvSpPr txBox="1"/>
          <p:nvPr/>
        </p:nvSpPr>
        <p:spPr>
          <a:xfrm>
            <a:off x="89329" y="2459536"/>
            <a:ext cx="1222161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 5 Golden Rules</a:t>
            </a:r>
            <a:endParaRPr lang="en-IN" sz="10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0C0D6-86C9-F732-1A6A-9592B4E19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2">
            <a:extLst>
              <a:ext uri="{FF2B5EF4-FFF2-40B4-BE49-F238E27FC236}">
                <a16:creationId xmlns:a16="http://schemas.microsoft.com/office/drawing/2014/main" id="{DD441CBE-9E3A-EFEE-57A0-8F8BD6753F26}"/>
              </a:ext>
            </a:extLst>
          </p:cNvPr>
          <p:cNvSpPr/>
          <p:nvPr/>
        </p:nvSpPr>
        <p:spPr>
          <a:xfrm>
            <a:off x="818733" y="2438598"/>
            <a:ext cx="2222940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1. Strong, unique passwords</a:t>
            </a:r>
            <a:endParaRPr lang="en-US" sz="1850" dirty="0"/>
          </a:p>
        </p:txBody>
      </p:sp>
      <p:sp>
        <p:nvSpPr>
          <p:cNvPr id="85" name="Text 3">
            <a:extLst>
              <a:ext uri="{FF2B5EF4-FFF2-40B4-BE49-F238E27FC236}">
                <a16:creationId xmlns:a16="http://schemas.microsoft.com/office/drawing/2014/main" id="{06B70C72-FBF2-A33A-8BBA-54606AB2BB6A}"/>
              </a:ext>
            </a:extLst>
          </p:cNvPr>
          <p:cNvSpPr/>
          <p:nvPr/>
        </p:nvSpPr>
        <p:spPr>
          <a:xfrm>
            <a:off x="818733" y="3140571"/>
            <a:ext cx="222294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a passphrase or password manager — no repeats.</a:t>
            </a:r>
            <a:endParaRPr lang="en-US" sz="1400" dirty="0"/>
          </a:p>
        </p:txBody>
      </p:sp>
      <p:sp>
        <p:nvSpPr>
          <p:cNvPr id="87" name="Text 5">
            <a:extLst>
              <a:ext uri="{FF2B5EF4-FFF2-40B4-BE49-F238E27FC236}">
                <a16:creationId xmlns:a16="http://schemas.microsoft.com/office/drawing/2014/main" id="{F997B2C3-C252-E623-D38D-35936FE2996D}"/>
              </a:ext>
            </a:extLst>
          </p:cNvPr>
          <p:cNvSpPr/>
          <p:nvPr/>
        </p:nvSpPr>
        <p:spPr>
          <a:xfrm>
            <a:off x="3595796" y="2438598"/>
            <a:ext cx="2222940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2. Enable 2‑factor authentication</a:t>
            </a:r>
            <a:endParaRPr lang="en-US" sz="1850" dirty="0"/>
          </a:p>
        </p:txBody>
      </p:sp>
      <p:sp>
        <p:nvSpPr>
          <p:cNvPr id="89" name="Text 6">
            <a:extLst>
              <a:ext uri="{FF2B5EF4-FFF2-40B4-BE49-F238E27FC236}">
                <a16:creationId xmlns:a16="http://schemas.microsoft.com/office/drawing/2014/main" id="{86BD7C6A-6535-1447-86D5-CD5696F819B9}"/>
              </a:ext>
            </a:extLst>
          </p:cNvPr>
          <p:cNvSpPr/>
          <p:nvPr/>
        </p:nvSpPr>
        <p:spPr>
          <a:xfrm>
            <a:off x="3595796" y="3140571"/>
            <a:ext cx="222294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an extra layer: authenticator or security key.</a:t>
            </a:r>
            <a:endParaRPr lang="en-US" sz="1400" dirty="0"/>
          </a:p>
        </p:txBody>
      </p:sp>
      <p:sp>
        <p:nvSpPr>
          <p:cNvPr id="91" name="Text 8">
            <a:extLst>
              <a:ext uri="{FF2B5EF4-FFF2-40B4-BE49-F238E27FC236}">
                <a16:creationId xmlns:a16="http://schemas.microsoft.com/office/drawing/2014/main" id="{85831E12-5F80-CE4E-3698-BB43AB3E85CA}"/>
              </a:ext>
            </a:extLst>
          </p:cNvPr>
          <p:cNvSpPr/>
          <p:nvPr/>
        </p:nvSpPr>
        <p:spPr>
          <a:xfrm>
            <a:off x="6372859" y="2438598"/>
            <a:ext cx="2222940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3. Keep software updated</a:t>
            </a:r>
            <a:endParaRPr lang="en-US" sz="1850" dirty="0"/>
          </a:p>
        </p:txBody>
      </p:sp>
      <p:sp>
        <p:nvSpPr>
          <p:cNvPr id="93" name="Text 9">
            <a:extLst>
              <a:ext uri="{FF2B5EF4-FFF2-40B4-BE49-F238E27FC236}">
                <a16:creationId xmlns:a16="http://schemas.microsoft.com/office/drawing/2014/main" id="{0484D6E1-5F90-3E6B-C509-5ED8603292E9}"/>
              </a:ext>
            </a:extLst>
          </p:cNvPr>
          <p:cNvSpPr/>
          <p:nvPr/>
        </p:nvSpPr>
        <p:spPr>
          <a:xfrm>
            <a:off x="6372859" y="3140571"/>
            <a:ext cx="222294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updates to patch vulnerabilities.</a:t>
            </a:r>
            <a:endParaRPr lang="en-US" sz="1400" dirty="0"/>
          </a:p>
        </p:txBody>
      </p:sp>
      <p:sp>
        <p:nvSpPr>
          <p:cNvPr id="95" name="Text 11">
            <a:extLst>
              <a:ext uri="{FF2B5EF4-FFF2-40B4-BE49-F238E27FC236}">
                <a16:creationId xmlns:a16="http://schemas.microsoft.com/office/drawing/2014/main" id="{107B47D7-7F4F-1E27-68EA-C627A7A714D1}"/>
              </a:ext>
            </a:extLst>
          </p:cNvPr>
          <p:cNvSpPr/>
          <p:nvPr/>
        </p:nvSpPr>
        <p:spPr>
          <a:xfrm>
            <a:off x="9149923" y="2438598"/>
            <a:ext cx="2223040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4. Think before clicking</a:t>
            </a:r>
            <a:endParaRPr lang="en-US" sz="1850" dirty="0"/>
          </a:p>
        </p:txBody>
      </p:sp>
      <p:sp>
        <p:nvSpPr>
          <p:cNvPr id="97" name="Text 12">
            <a:extLst>
              <a:ext uri="{FF2B5EF4-FFF2-40B4-BE49-F238E27FC236}">
                <a16:creationId xmlns:a16="http://schemas.microsoft.com/office/drawing/2014/main" id="{D1E2620C-34A5-A61E-260F-DE754F8A572F}"/>
              </a:ext>
            </a:extLst>
          </p:cNvPr>
          <p:cNvSpPr/>
          <p:nvPr/>
        </p:nvSpPr>
        <p:spPr>
          <a:xfrm>
            <a:off x="9149923" y="3140571"/>
            <a:ext cx="222304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Pause, verify sender and links before acting.</a:t>
            </a:r>
            <a:endParaRPr lang="en-US" sz="1400" dirty="0"/>
          </a:p>
        </p:txBody>
      </p:sp>
      <p:sp>
        <p:nvSpPr>
          <p:cNvPr id="99" name="Shape 13">
            <a:extLst>
              <a:ext uri="{FF2B5EF4-FFF2-40B4-BE49-F238E27FC236}">
                <a16:creationId xmlns:a16="http://schemas.microsoft.com/office/drawing/2014/main" id="{3A00C475-B8B1-2942-E06F-58CCC63BF95A}"/>
              </a:ext>
            </a:extLst>
          </p:cNvPr>
          <p:cNvSpPr/>
          <p:nvPr/>
        </p:nvSpPr>
        <p:spPr>
          <a:xfrm>
            <a:off x="631908" y="4374654"/>
            <a:ext cx="10927878" cy="1067693"/>
          </a:xfrm>
          <a:prstGeom prst="roundRect">
            <a:avLst>
              <a:gd name="adj" fmla="val 25365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</p:sp>
      <p:sp>
        <p:nvSpPr>
          <p:cNvPr id="101" name="Text 14">
            <a:extLst>
              <a:ext uri="{FF2B5EF4-FFF2-40B4-BE49-F238E27FC236}">
                <a16:creationId xmlns:a16="http://schemas.microsoft.com/office/drawing/2014/main" id="{8C888574-1757-B889-946D-C330F910F619}"/>
              </a:ext>
            </a:extLst>
          </p:cNvPr>
          <p:cNvSpPr/>
          <p:nvPr/>
        </p:nvSpPr>
        <p:spPr>
          <a:xfrm>
            <a:off x="818733" y="4561483"/>
            <a:ext cx="1055423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5. Back up important data</a:t>
            </a:r>
            <a:endParaRPr lang="en-US" sz="1850" dirty="0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BAE242C1-4F87-B441-8F45-654F10051762}"/>
              </a:ext>
            </a:extLst>
          </p:cNvPr>
          <p:cNvSpPr/>
          <p:nvPr/>
        </p:nvSpPr>
        <p:spPr>
          <a:xfrm>
            <a:off x="818733" y="4966593"/>
            <a:ext cx="1055423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Keep copies offline or in a trusted cloud.</a:t>
            </a:r>
            <a:endParaRPr lang="en-US" sz="1400" dirty="0"/>
          </a:p>
        </p:txBody>
      </p:sp>
      <p:sp>
        <p:nvSpPr>
          <p:cNvPr id="31" name="Black BG">
            <a:extLst>
              <a:ext uri="{FF2B5EF4-FFF2-40B4-BE49-F238E27FC236}">
                <a16:creationId xmlns:a16="http://schemas.microsoft.com/office/drawing/2014/main" id="{88EDA692-060A-40D5-B555-525E8059FB14}"/>
              </a:ext>
            </a:extLst>
          </p:cNvPr>
          <p:cNvSpPr/>
          <p:nvPr/>
        </p:nvSpPr>
        <p:spPr>
          <a:xfrm>
            <a:off x="-1" y="-6770"/>
            <a:ext cx="12192001" cy="6864770"/>
          </a:xfrm>
          <a:prstGeom prst="rect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Golden Title">
            <a:extLst>
              <a:ext uri="{FF2B5EF4-FFF2-40B4-BE49-F238E27FC236}">
                <a16:creationId xmlns:a16="http://schemas.microsoft.com/office/drawing/2014/main" id="{6B11484F-8CA0-E3CC-4C9F-2DEAF417DF6D}"/>
              </a:ext>
            </a:extLst>
          </p:cNvPr>
          <p:cNvSpPr txBox="1"/>
          <p:nvPr/>
        </p:nvSpPr>
        <p:spPr>
          <a:xfrm>
            <a:off x="2991471" y="240977"/>
            <a:ext cx="620875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 5 Golden Rules</a:t>
            </a:r>
            <a:endParaRPr lang="en-IN" sz="5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8" name="Passwords">
            <a:extLst>
              <a:ext uri="{FF2B5EF4-FFF2-40B4-BE49-F238E27FC236}">
                <a16:creationId xmlns:a16="http://schemas.microsoft.com/office/drawing/2014/main" id="{63C73D70-6962-7A8D-72CA-A5786FC2E6E1}"/>
              </a:ext>
            </a:extLst>
          </p:cNvPr>
          <p:cNvSpPr/>
          <p:nvPr/>
        </p:nvSpPr>
        <p:spPr>
          <a:xfrm>
            <a:off x="252783" y="3990535"/>
            <a:ext cx="2337226" cy="9937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Strong, Unique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Passwords</a:t>
            </a:r>
            <a:endParaRPr lang="en-IN" sz="2400" dirty="0">
              <a:solidFill>
                <a:schemeClr val="bg1"/>
              </a:solidFill>
              <a:latin typeface="Georgia" panose="02040502050405020303" pitchFamily="18" charset="0"/>
            </a:endParaRPr>
          </a:p>
          <a:p>
            <a:pPr algn="ctr"/>
            <a:endParaRPr lang="en-IN" sz="2400" dirty="0"/>
          </a:p>
        </p:txBody>
      </p:sp>
      <p:sp>
        <p:nvSpPr>
          <p:cNvPr id="75" name="2FA">
            <a:extLst>
              <a:ext uri="{FF2B5EF4-FFF2-40B4-BE49-F238E27FC236}">
                <a16:creationId xmlns:a16="http://schemas.microsoft.com/office/drawing/2014/main" id="{90DD9C86-66B0-CDE8-306C-2BBCCF4125C1}"/>
              </a:ext>
            </a:extLst>
          </p:cNvPr>
          <p:cNvSpPr/>
          <p:nvPr/>
        </p:nvSpPr>
        <p:spPr>
          <a:xfrm>
            <a:off x="2590008" y="3990535"/>
            <a:ext cx="2337226" cy="9937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Enable 2Factor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Authentication</a:t>
            </a:r>
            <a:endParaRPr lang="en-IN" sz="2400" dirty="0">
              <a:solidFill>
                <a:schemeClr val="bg1"/>
              </a:solidFill>
              <a:latin typeface="Georgia" panose="02040502050405020303" pitchFamily="18" charset="0"/>
            </a:endParaRPr>
          </a:p>
          <a:p>
            <a:pPr algn="ctr"/>
            <a:endParaRPr lang="en-IN" sz="2400" dirty="0"/>
          </a:p>
        </p:txBody>
      </p:sp>
      <p:sp>
        <p:nvSpPr>
          <p:cNvPr id="77" name="Update">
            <a:extLst>
              <a:ext uri="{FF2B5EF4-FFF2-40B4-BE49-F238E27FC236}">
                <a16:creationId xmlns:a16="http://schemas.microsoft.com/office/drawing/2014/main" id="{EE158F9A-1318-0A94-6625-EC739FA7078D}"/>
              </a:ext>
            </a:extLst>
          </p:cNvPr>
          <p:cNvSpPr/>
          <p:nvPr/>
        </p:nvSpPr>
        <p:spPr>
          <a:xfrm>
            <a:off x="4927542" y="3990535"/>
            <a:ext cx="2337226" cy="9937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Keep Software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Updated</a:t>
            </a:r>
            <a:endParaRPr lang="en-IN" sz="2400" dirty="0">
              <a:solidFill>
                <a:schemeClr val="bg1"/>
              </a:solidFill>
              <a:latin typeface="Georgia" panose="02040502050405020303" pitchFamily="18" charset="0"/>
            </a:endParaRPr>
          </a:p>
          <a:p>
            <a:pPr algn="ctr"/>
            <a:endParaRPr lang="en-IN" sz="2400" dirty="0"/>
          </a:p>
        </p:txBody>
      </p:sp>
      <p:sp>
        <p:nvSpPr>
          <p:cNvPr id="79" name="Click">
            <a:extLst>
              <a:ext uri="{FF2B5EF4-FFF2-40B4-BE49-F238E27FC236}">
                <a16:creationId xmlns:a16="http://schemas.microsoft.com/office/drawing/2014/main" id="{ECC5B7E2-CCEA-C577-D87F-85B3B5A0D3B3}"/>
              </a:ext>
            </a:extLst>
          </p:cNvPr>
          <p:cNvSpPr/>
          <p:nvPr/>
        </p:nvSpPr>
        <p:spPr>
          <a:xfrm>
            <a:off x="7264768" y="3996323"/>
            <a:ext cx="2337226" cy="9937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Think before clicking</a:t>
            </a:r>
            <a:endParaRPr lang="en-IN" sz="2400" dirty="0">
              <a:solidFill>
                <a:schemeClr val="bg1"/>
              </a:solidFill>
              <a:latin typeface="Georgia" panose="02040502050405020303" pitchFamily="18" charset="0"/>
            </a:endParaRPr>
          </a:p>
          <a:p>
            <a:pPr algn="ctr"/>
            <a:endParaRPr lang="en-IN" sz="2400" dirty="0"/>
          </a:p>
        </p:txBody>
      </p:sp>
      <p:sp>
        <p:nvSpPr>
          <p:cNvPr id="81" name="Backup">
            <a:extLst>
              <a:ext uri="{FF2B5EF4-FFF2-40B4-BE49-F238E27FC236}">
                <a16:creationId xmlns:a16="http://schemas.microsoft.com/office/drawing/2014/main" id="{A4E7917D-97E0-2E13-DBCC-DC5C8DDA541D}"/>
              </a:ext>
            </a:extLst>
          </p:cNvPr>
          <p:cNvSpPr/>
          <p:nvPr/>
        </p:nvSpPr>
        <p:spPr>
          <a:xfrm>
            <a:off x="9657341" y="3990535"/>
            <a:ext cx="2337226" cy="9937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Back-up your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Important Data</a:t>
            </a:r>
            <a:endParaRPr lang="en-IN" sz="2400" dirty="0">
              <a:solidFill>
                <a:schemeClr val="bg1"/>
              </a:solidFill>
              <a:latin typeface="Georgia" panose="02040502050405020303" pitchFamily="18" charset="0"/>
            </a:endParaRPr>
          </a:p>
          <a:p>
            <a:pPr algn="ctr"/>
            <a:endParaRPr lang="en-IN" sz="2400" dirty="0"/>
          </a:p>
        </p:txBody>
      </p:sp>
      <p:sp>
        <p:nvSpPr>
          <p:cNvPr id="19" name="Password">
            <a:extLst>
              <a:ext uri="{FF2B5EF4-FFF2-40B4-BE49-F238E27FC236}">
                <a16:creationId xmlns:a16="http://schemas.microsoft.com/office/drawing/2014/main" id="{39DF1E46-4028-D7B3-A216-2BF18E15F60B}"/>
              </a:ext>
            </a:extLst>
          </p:cNvPr>
          <p:cNvSpPr>
            <a:spLocks noChangeAspect="1"/>
          </p:cNvSpPr>
          <p:nvPr/>
        </p:nvSpPr>
        <p:spPr>
          <a:xfrm>
            <a:off x="308133" y="1506415"/>
            <a:ext cx="2226526" cy="2286000"/>
          </a:xfrm>
          <a:prstGeom prst="roundRect">
            <a:avLst>
              <a:gd name="adj" fmla="val 19334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2FA">
            <a:extLst>
              <a:ext uri="{FF2B5EF4-FFF2-40B4-BE49-F238E27FC236}">
                <a16:creationId xmlns:a16="http://schemas.microsoft.com/office/drawing/2014/main" id="{B865BAB5-D8E9-46E9-7152-4F5EFB1629A9}"/>
              </a:ext>
            </a:extLst>
          </p:cNvPr>
          <p:cNvSpPr>
            <a:spLocks noChangeAspect="1"/>
          </p:cNvSpPr>
          <p:nvPr/>
        </p:nvSpPr>
        <p:spPr>
          <a:xfrm>
            <a:off x="2645358" y="1506415"/>
            <a:ext cx="2226526" cy="2286000"/>
          </a:xfrm>
          <a:prstGeom prst="roundRect">
            <a:avLst>
              <a:gd name="adj" fmla="val 19334"/>
            </a:avLst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Update">
            <a:extLst>
              <a:ext uri="{FF2B5EF4-FFF2-40B4-BE49-F238E27FC236}">
                <a16:creationId xmlns:a16="http://schemas.microsoft.com/office/drawing/2014/main" id="{E09EC5BF-DDAC-4256-16E8-2F2E8C3FCAC8}"/>
              </a:ext>
            </a:extLst>
          </p:cNvPr>
          <p:cNvSpPr>
            <a:spLocks noChangeAspect="1"/>
          </p:cNvSpPr>
          <p:nvPr/>
        </p:nvSpPr>
        <p:spPr>
          <a:xfrm>
            <a:off x="4982892" y="1506415"/>
            <a:ext cx="2226526" cy="2286000"/>
          </a:xfrm>
          <a:prstGeom prst="roundRect">
            <a:avLst>
              <a:gd name="adj" fmla="val 19334"/>
            </a:avLst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2" name="Click">
            <a:extLst>
              <a:ext uri="{FF2B5EF4-FFF2-40B4-BE49-F238E27FC236}">
                <a16:creationId xmlns:a16="http://schemas.microsoft.com/office/drawing/2014/main" id="{49458D4F-5448-19E5-FAED-68D50502BE8C}"/>
              </a:ext>
            </a:extLst>
          </p:cNvPr>
          <p:cNvSpPr>
            <a:spLocks noChangeAspect="1"/>
          </p:cNvSpPr>
          <p:nvPr/>
        </p:nvSpPr>
        <p:spPr>
          <a:xfrm>
            <a:off x="7320118" y="1506415"/>
            <a:ext cx="2226526" cy="2286000"/>
          </a:xfrm>
          <a:prstGeom prst="roundRect">
            <a:avLst>
              <a:gd name="adj" fmla="val 19334"/>
            </a:avLst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Backup">
            <a:extLst>
              <a:ext uri="{FF2B5EF4-FFF2-40B4-BE49-F238E27FC236}">
                <a16:creationId xmlns:a16="http://schemas.microsoft.com/office/drawing/2014/main" id="{7D9F0715-43C6-6AE0-AE51-06D95694FDC0}"/>
              </a:ext>
            </a:extLst>
          </p:cNvPr>
          <p:cNvSpPr>
            <a:spLocks noChangeAspect="1"/>
          </p:cNvSpPr>
          <p:nvPr/>
        </p:nvSpPr>
        <p:spPr>
          <a:xfrm>
            <a:off x="9657341" y="1506415"/>
            <a:ext cx="2226526" cy="2286000"/>
          </a:xfrm>
          <a:prstGeom prst="roundRect">
            <a:avLst>
              <a:gd name="adj" fmla="val 19334"/>
            </a:avLst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872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42618" y="-2647698"/>
            <a:ext cx="13716000" cy="19594776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808" y="2156758"/>
            <a:ext cx="3513149" cy="468431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758808" y="698044"/>
            <a:ext cx="6355993" cy="475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Phishing:</a:t>
            </a:r>
            <a:endParaRPr lang="en-US" sz="10000" dirty="0"/>
          </a:p>
        </p:txBody>
      </p:sp>
      <p:sp>
        <p:nvSpPr>
          <p:cNvPr id="5" name="Text 1"/>
          <p:cNvSpPr/>
          <p:nvPr/>
        </p:nvSpPr>
        <p:spPr>
          <a:xfrm>
            <a:off x="631908" y="7100828"/>
            <a:ext cx="635599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Fictional example: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"URGENT! Your account will be permanently deleted today. Click here immediately."</a:t>
            </a:r>
            <a:endParaRPr lang="en-US" sz="1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07A542B-BB66-37C9-E8F0-F802A7AA1A8E}"/>
              </a:ext>
            </a:extLst>
          </p:cNvPr>
          <p:cNvGrpSpPr/>
          <p:nvPr/>
        </p:nvGrpSpPr>
        <p:grpSpPr>
          <a:xfrm>
            <a:off x="631908" y="8062258"/>
            <a:ext cx="2957736" cy="1055191"/>
            <a:chOff x="631908" y="2667298"/>
            <a:chExt cx="2957736" cy="1055191"/>
          </a:xfrm>
        </p:grpSpPr>
        <p:sp>
          <p:nvSpPr>
            <p:cNvPr id="6" name="Text 2"/>
            <p:cNvSpPr/>
            <p:nvPr/>
          </p:nvSpPr>
          <p:spPr>
            <a:xfrm>
              <a:off x="631908" y="2667298"/>
              <a:ext cx="2957736" cy="2968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850" b="1" dirty="0">
                  <a:solidFill>
                    <a:srgbClr val="2E3C4E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Click without checking</a:t>
              </a:r>
              <a:endParaRPr lang="en-US" sz="1850" dirty="0"/>
            </a:p>
          </p:txBody>
        </p:sp>
        <p:sp>
          <p:nvSpPr>
            <p:cNvPr id="7" name="Text 3"/>
            <p:cNvSpPr/>
            <p:nvPr/>
          </p:nvSpPr>
          <p:spPr>
            <a:xfrm>
              <a:off x="631908" y="3144639"/>
              <a:ext cx="2957736" cy="5778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4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→ Possible credential theft and account compromise</a:t>
              </a:r>
              <a:endParaRPr lang="en-US" sz="14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F57754-FCD2-D98C-7344-69B985B8318F}"/>
              </a:ext>
            </a:extLst>
          </p:cNvPr>
          <p:cNvGrpSpPr/>
          <p:nvPr/>
        </p:nvGrpSpPr>
        <p:grpSpPr>
          <a:xfrm>
            <a:off x="4036515" y="8062258"/>
            <a:ext cx="2957736" cy="1055191"/>
            <a:chOff x="4036515" y="2667298"/>
            <a:chExt cx="2957736" cy="1055191"/>
          </a:xfrm>
        </p:grpSpPr>
        <p:sp>
          <p:nvSpPr>
            <p:cNvPr id="8" name="Text 4"/>
            <p:cNvSpPr/>
            <p:nvPr/>
          </p:nvSpPr>
          <p:spPr>
            <a:xfrm>
              <a:off x="4036515" y="2667298"/>
              <a:ext cx="2957736" cy="2968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850" b="1" dirty="0">
                  <a:solidFill>
                    <a:srgbClr val="2E3C4E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Stop + Verify</a:t>
              </a:r>
              <a:endParaRPr lang="en-US" sz="1850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4036515" y="3144639"/>
              <a:ext cx="2957736" cy="5778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4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→ Check sender, URL, and contact the service directly</a:t>
              </a:r>
              <a:endParaRPr lang="en-US" sz="14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F079E67-23C1-D7BA-D410-897F7C1520C9}"/>
              </a:ext>
            </a:extLst>
          </p:cNvPr>
          <p:cNvGrpSpPr/>
          <p:nvPr/>
        </p:nvGrpSpPr>
        <p:grpSpPr>
          <a:xfrm>
            <a:off x="631907" y="7562731"/>
            <a:ext cx="6355993" cy="1809849"/>
            <a:chOff x="631908" y="4088011"/>
            <a:chExt cx="6355993" cy="1809849"/>
          </a:xfrm>
        </p:grpSpPr>
        <p:pic>
          <p:nvPicPr>
            <p:cNvPr id="10" name="Image 2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1908" y="4088011"/>
              <a:ext cx="6355993" cy="1809849"/>
            </a:xfrm>
            <a:prstGeom prst="rect">
              <a:avLst/>
            </a:prstGeom>
          </p:spPr>
        </p:pic>
        <p:sp>
          <p:nvSpPr>
            <p:cNvPr id="11" name="Text 6"/>
            <p:cNvSpPr/>
            <p:nvPr/>
          </p:nvSpPr>
          <p:spPr>
            <a:xfrm>
              <a:off x="939380" y="4293890"/>
              <a:ext cx="5842648" cy="2968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85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Warning signs</a:t>
              </a:r>
              <a:endParaRPr lang="en-US" sz="1850" dirty="0"/>
            </a:p>
          </p:txBody>
        </p:sp>
        <p:sp>
          <p:nvSpPr>
            <p:cNvPr id="12" name="Text 7"/>
            <p:cNvSpPr/>
            <p:nvPr/>
          </p:nvSpPr>
          <p:spPr>
            <a:xfrm>
              <a:off x="939380" y="4699000"/>
              <a:ext cx="5842648" cy="992981"/>
            </a:xfrm>
            <a:prstGeom prst="rect">
              <a:avLst/>
            </a:prstGeom>
            <a:noFill/>
            <a:ln/>
          </p:spPr>
          <p:txBody>
            <a:bodyPr wrap="square" lIns="0" tIns="72219" rIns="0" bIns="0" rtlCol="0" anchor="t">
              <a:normAutofit/>
            </a:bodyPr>
            <a:lstStyle/>
            <a:p>
              <a:pPr marL="284480" indent="-284480" algn="l">
                <a:lnSpc>
                  <a:spcPct val="133000"/>
                </a:lnSpc>
                <a:buSzPct val="100000"/>
                <a:buChar char="•"/>
              </a:pPr>
              <a:r>
                <a:rPr lang="en-US" sz="14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Urgency or threats</a:t>
              </a:r>
              <a:endParaRPr lang="en-US" sz="1400" dirty="0"/>
            </a:p>
            <a:p>
              <a:pPr marL="284480" indent="-284480" algn="l">
                <a:lnSpc>
                  <a:spcPct val="133000"/>
                </a:lnSpc>
                <a:buSzPct val="100000"/>
                <a:buChar char="•"/>
              </a:pPr>
              <a:r>
                <a:rPr lang="en-US" sz="14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Suspicious links or domains</a:t>
              </a:r>
              <a:endParaRPr lang="en-US" sz="1400" dirty="0"/>
            </a:p>
            <a:p>
              <a:pPr marL="284480" indent="-284480" algn="l">
                <a:lnSpc>
                  <a:spcPct val="133000"/>
                </a:lnSpc>
                <a:buSzPct val="100000"/>
                <a:buChar char="•"/>
              </a:pPr>
              <a:r>
                <a:rPr lang="en-US" sz="14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Requests for passwords or OTPs</a:t>
              </a:r>
              <a:endParaRPr lang="en-US" sz="1400" dirty="0"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CBD5B-20A2-68D9-FED1-8FD02C210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73E6E848-5897-769A-6496-488CD6F98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613E837F-DEAA-D526-35C5-6D0437193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8259" y="1086842"/>
            <a:ext cx="3513149" cy="4684316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DDA46AA0-1787-C84D-CA15-4EE9D0DCFDC8}"/>
              </a:ext>
            </a:extLst>
          </p:cNvPr>
          <p:cNvSpPr/>
          <p:nvPr/>
        </p:nvSpPr>
        <p:spPr>
          <a:xfrm>
            <a:off x="631908" y="611783"/>
            <a:ext cx="6355993" cy="475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Phishing:</a:t>
            </a:r>
            <a:endParaRPr lang="en-US" sz="4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874905C-4A89-5BCC-FD4D-5DABA8BA74F2}"/>
              </a:ext>
            </a:extLst>
          </p:cNvPr>
          <p:cNvSpPr/>
          <p:nvPr/>
        </p:nvSpPr>
        <p:spPr>
          <a:xfrm>
            <a:off x="631908" y="1705868"/>
            <a:ext cx="635599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Fictional example: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"URGENT! Your account will be permanently deleted today. Click here immediately."</a:t>
            </a:r>
            <a:endParaRPr lang="en-US" sz="1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0749C7C-755A-6A2E-C33D-239C806F236F}"/>
              </a:ext>
            </a:extLst>
          </p:cNvPr>
          <p:cNvGrpSpPr/>
          <p:nvPr/>
        </p:nvGrpSpPr>
        <p:grpSpPr>
          <a:xfrm>
            <a:off x="631908" y="2667298"/>
            <a:ext cx="2957736" cy="1055191"/>
            <a:chOff x="631908" y="2667298"/>
            <a:chExt cx="2957736" cy="1055191"/>
          </a:xfrm>
        </p:grpSpPr>
        <p:sp>
          <p:nvSpPr>
            <p:cNvPr id="6" name="Text 2">
              <a:extLst>
                <a:ext uri="{FF2B5EF4-FFF2-40B4-BE49-F238E27FC236}">
                  <a16:creationId xmlns:a16="http://schemas.microsoft.com/office/drawing/2014/main" id="{5C0EE4BB-38FF-03AE-3B62-2FDA74D444BD}"/>
                </a:ext>
              </a:extLst>
            </p:cNvPr>
            <p:cNvSpPr/>
            <p:nvPr/>
          </p:nvSpPr>
          <p:spPr>
            <a:xfrm>
              <a:off x="631908" y="2667298"/>
              <a:ext cx="2957736" cy="2968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850" b="1" dirty="0">
                  <a:solidFill>
                    <a:srgbClr val="2E3C4E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Click without checking</a:t>
              </a:r>
              <a:endParaRPr lang="en-US" sz="1850" dirty="0"/>
            </a:p>
          </p:txBody>
        </p:sp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4111866A-BD19-E119-C1D7-BE12B5F87D92}"/>
                </a:ext>
              </a:extLst>
            </p:cNvPr>
            <p:cNvSpPr/>
            <p:nvPr/>
          </p:nvSpPr>
          <p:spPr>
            <a:xfrm>
              <a:off x="631908" y="3144639"/>
              <a:ext cx="2957736" cy="5778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4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→ Possible credential theft and account compromise</a:t>
              </a:r>
              <a:endParaRPr lang="en-US" sz="14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906B4FA-12B4-BFFB-20EC-94EBFE1155E4}"/>
              </a:ext>
            </a:extLst>
          </p:cNvPr>
          <p:cNvGrpSpPr/>
          <p:nvPr/>
        </p:nvGrpSpPr>
        <p:grpSpPr>
          <a:xfrm>
            <a:off x="4036515" y="2667298"/>
            <a:ext cx="2957736" cy="1055191"/>
            <a:chOff x="4036515" y="2667298"/>
            <a:chExt cx="2957736" cy="1055191"/>
          </a:xfrm>
        </p:grpSpPr>
        <p:sp>
          <p:nvSpPr>
            <p:cNvPr id="8" name="Text 4">
              <a:extLst>
                <a:ext uri="{FF2B5EF4-FFF2-40B4-BE49-F238E27FC236}">
                  <a16:creationId xmlns:a16="http://schemas.microsoft.com/office/drawing/2014/main" id="{A583C166-B3E5-FBDD-5426-9F8CB6E8A3D4}"/>
                </a:ext>
              </a:extLst>
            </p:cNvPr>
            <p:cNvSpPr/>
            <p:nvPr/>
          </p:nvSpPr>
          <p:spPr>
            <a:xfrm>
              <a:off x="4036515" y="2667298"/>
              <a:ext cx="2957736" cy="2968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850" b="1" dirty="0">
                  <a:solidFill>
                    <a:srgbClr val="2E3C4E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Stop + Verify</a:t>
              </a:r>
              <a:endParaRPr lang="en-US" sz="1850" dirty="0"/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D2018760-EACC-9695-7DBE-0E46B0A516BB}"/>
                </a:ext>
              </a:extLst>
            </p:cNvPr>
            <p:cNvSpPr/>
            <p:nvPr/>
          </p:nvSpPr>
          <p:spPr>
            <a:xfrm>
              <a:off x="4036515" y="3144639"/>
              <a:ext cx="2957736" cy="5778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4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→ Check sender, URL, and contact the service directly</a:t>
              </a:r>
              <a:endParaRPr lang="en-US" sz="14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881272E-93D3-0B63-9AE0-21F5FA6A03F8}"/>
              </a:ext>
            </a:extLst>
          </p:cNvPr>
          <p:cNvGrpSpPr/>
          <p:nvPr/>
        </p:nvGrpSpPr>
        <p:grpSpPr>
          <a:xfrm>
            <a:off x="631908" y="4088011"/>
            <a:ext cx="6355993" cy="1809849"/>
            <a:chOff x="631908" y="4088011"/>
            <a:chExt cx="6355993" cy="1809849"/>
          </a:xfrm>
        </p:grpSpPr>
        <p:pic>
          <p:nvPicPr>
            <p:cNvPr id="10" name="Image 2" descr="preencoded.png">
              <a:extLst>
                <a:ext uri="{FF2B5EF4-FFF2-40B4-BE49-F238E27FC236}">
                  <a16:creationId xmlns:a16="http://schemas.microsoft.com/office/drawing/2014/main" id="{BAB09B18-583D-E18B-CDC6-51DF0D79DB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1908" y="4088011"/>
              <a:ext cx="6355993" cy="1809849"/>
            </a:xfrm>
            <a:prstGeom prst="rect">
              <a:avLst/>
            </a:prstGeom>
          </p:spPr>
        </p:pic>
        <p:sp>
          <p:nvSpPr>
            <p:cNvPr id="11" name="Text 6">
              <a:extLst>
                <a:ext uri="{FF2B5EF4-FFF2-40B4-BE49-F238E27FC236}">
                  <a16:creationId xmlns:a16="http://schemas.microsoft.com/office/drawing/2014/main" id="{74DE64F6-8CF3-E9DB-2FB4-CB6158E8998C}"/>
                </a:ext>
              </a:extLst>
            </p:cNvPr>
            <p:cNvSpPr/>
            <p:nvPr/>
          </p:nvSpPr>
          <p:spPr>
            <a:xfrm>
              <a:off x="939380" y="4293890"/>
              <a:ext cx="5842648" cy="2968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85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Warning signs</a:t>
              </a:r>
              <a:endParaRPr lang="en-US" sz="1850" dirty="0"/>
            </a:p>
          </p:txBody>
        </p:sp>
        <p:sp>
          <p:nvSpPr>
            <p:cNvPr id="12" name="Text 7">
              <a:extLst>
                <a:ext uri="{FF2B5EF4-FFF2-40B4-BE49-F238E27FC236}">
                  <a16:creationId xmlns:a16="http://schemas.microsoft.com/office/drawing/2014/main" id="{1DD529D0-1BAF-FFE2-E32A-C858252CAFAB}"/>
                </a:ext>
              </a:extLst>
            </p:cNvPr>
            <p:cNvSpPr/>
            <p:nvPr/>
          </p:nvSpPr>
          <p:spPr>
            <a:xfrm>
              <a:off x="939380" y="4699000"/>
              <a:ext cx="5842648" cy="992981"/>
            </a:xfrm>
            <a:prstGeom prst="rect">
              <a:avLst/>
            </a:prstGeom>
            <a:noFill/>
            <a:ln/>
          </p:spPr>
          <p:txBody>
            <a:bodyPr wrap="square" lIns="0" tIns="72219" rIns="0" bIns="0" rtlCol="0" anchor="t">
              <a:normAutofit/>
            </a:bodyPr>
            <a:lstStyle/>
            <a:p>
              <a:pPr marL="284480" indent="-284480" algn="l">
                <a:lnSpc>
                  <a:spcPct val="133000"/>
                </a:lnSpc>
                <a:buSzPct val="100000"/>
                <a:buChar char="•"/>
              </a:pPr>
              <a:r>
                <a:rPr lang="en-US" sz="14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Urgency or threats</a:t>
              </a:r>
              <a:endParaRPr lang="en-US" sz="1400" dirty="0"/>
            </a:p>
            <a:p>
              <a:pPr marL="284480" indent="-284480" algn="l">
                <a:lnSpc>
                  <a:spcPct val="133000"/>
                </a:lnSpc>
                <a:buSzPct val="100000"/>
                <a:buChar char="•"/>
              </a:pPr>
              <a:r>
                <a:rPr lang="en-US" sz="14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Suspicious links or domains</a:t>
              </a:r>
              <a:endParaRPr lang="en-US" sz="1400" dirty="0"/>
            </a:p>
            <a:p>
              <a:pPr marL="284480" indent="-284480" algn="l">
                <a:lnSpc>
                  <a:spcPct val="133000"/>
                </a:lnSpc>
                <a:buSzPct val="100000"/>
                <a:buChar char="•"/>
              </a:pPr>
              <a:r>
                <a:rPr lang="en-US" sz="14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Requests for passwords or OTPs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54536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27960" y="-8037972"/>
            <a:ext cx="17418830" cy="2488466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6567" y="0"/>
            <a:ext cx="6280706" cy="83744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45268" y="635397"/>
            <a:ext cx="6355993" cy="445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Passwords &amp; 2FA</a:t>
            </a:r>
            <a:endParaRPr lang="en-US" sz="10000" dirty="0"/>
          </a:p>
        </p:txBody>
      </p:sp>
      <p:sp>
        <p:nvSpPr>
          <p:cNvPr id="5" name="Text 1"/>
          <p:cNvSpPr/>
          <p:nvPr/>
        </p:nvSpPr>
        <p:spPr>
          <a:xfrm>
            <a:off x="631908" y="7698442"/>
            <a:ext cx="6355993" cy="524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Passwords alone can fail. Add 2FA to keep attackers out even if credentials leak.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B9408-CD72-D12A-B714-CEFC119F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B4000DB6-5DC3-9507-985C-F7ED81C41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4EB9BBF1-F11C-4CDF-D050-49164D707A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4886" y="1080889"/>
            <a:ext cx="3522078" cy="4696222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91653E8E-AA0E-4E03-5ECB-66128A95B279}"/>
              </a:ext>
            </a:extLst>
          </p:cNvPr>
          <p:cNvSpPr/>
          <p:nvPr/>
        </p:nvSpPr>
        <p:spPr>
          <a:xfrm>
            <a:off x="631908" y="522684"/>
            <a:ext cx="6355993" cy="445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Passwords &amp; 2FA</a:t>
            </a:r>
            <a:endParaRPr lang="en-US" sz="28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652C8CD-1C23-832F-D71E-5F1DFE1E509C}"/>
              </a:ext>
            </a:extLst>
          </p:cNvPr>
          <p:cNvSpPr/>
          <p:nvPr/>
        </p:nvSpPr>
        <p:spPr>
          <a:xfrm>
            <a:off x="631908" y="1206202"/>
            <a:ext cx="6355993" cy="524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Passwords alone can fail. Add 2FA to keep attackers out even if credentials leak.</a:t>
            </a:r>
            <a:endParaRPr lang="en-US" sz="13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102FA61-DCB4-FDF4-A75E-BB71AFD0BFCE}"/>
              </a:ext>
            </a:extLst>
          </p:cNvPr>
          <p:cNvGrpSpPr/>
          <p:nvPr/>
        </p:nvGrpSpPr>
        <p:grpSpPr>
          <a:xfrm>
            <a:off x="631908" y="1909366"/>
            <a:ext cx="6355993" cy="1263748"/>
            <a:chOff x="631908" y="1909366"/>
            <a:chExt cx="6355993" cy="1263748"/>
          </a:xfrm>
        </p:grpSpPr>
        <p:pic>
          <p:nvPicPr>
            <p:cNvPr id="6" name="Image 2" descr="preencoded.png">
              <a:extLst>
                <a:ext uri="{FF2B5EF4-FFF2-40B4-BE49-F238E27FC236}">
                  <a16:creationId xmlns:a16="http://schemas.microsoft.com/office/drawing/2014/main" id="{6FA78AC5-4BEE-B172-1981-07ADBC3197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1908" y="1909366"/>
              <a:ext cx="423157" cy="423168"/>
            </a:xfrm>
            <a:prstGeom prst="rect">
              <a:avLst/>
            </a:prstGeom>
          </p:spPr>
        </p:pic>
        <p:sp>
          <p:nvSpPr>
            <p:cNvPr id="7" name="Text 2">
              <a:extLst>
                <a:ext uri="{FF2B5EF4-FFF2-40B4-BE49-F238E27FC236}">
                  <a16:creationId xmlns:a16="http://schemas.microsoft.com/office/drawing/2014/main" id="{6ED80EED-A119-B95D-E0D8-EA4B6B6E6D54}"/>
                </a:ext>
              </a:extLst>
            </p:cNvPr>
            <p:cNvSpPr/>
            <p:nvPr/>
          </p:nvSpPr>
          <p:spPr>
            <a:xfrm>
              <a:off x="631908" y="2530872"/>
              <a:ext cx="6355993" cy="2784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75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Weak password</a:t>
              </a:r>
              <a:endParaRPr lang="en-US" sz="1750" dirty="0"/>
            </a:p>
          </p:txBody>
        </p:sp>
        <p:sp>
          <p:nvSpPr>
            <p:cNvPr id="8" name="Text 3">
              <a:extLst>
                <a:ext uri="{FF2B5EF4-FFF2-40B4-BE49-F238E27FC236}">
                  <a16:creationId xmlns:a16="http://schemas.microsoft.com/office/drawing/2014/main" id="{C8056EB4-3DB3-8E5B-756B-80E2CB0F6666}"/>
                </a:ext>
              </a:extLst>
            </p:cNvPr>
            <p:cNvSpPr/>
            <p:nvPr/>
          </p:nvSpPr>
          <p:spPr>
            <a:xfrm>
              <a:off x="631908" y="2904430"/>
              <a:ext cx="6355993" cy="2686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29000"/>
                </a:lnSpc>
                <a:buNone/>
              </a:pPr>
              <a:r>
                <a:rPr lang="en-US" sz="1300" dirty="0">
                  <a:solidFill>
                    <a:srgbClr val="00000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🔓</a:t>
              </a:r>
              <a:r>
                <a:rPr lang="en-US" sz="13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Easy to crack or reuse — risky</a:t>
              </a:r>
              <a:endParaRPr lang="en-US" sz="13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D01ED14-AA80-A297-2790-290E91457D7C}"/>
              </a:ext>
            </a:extLst>
          </p:cNvPr>
          <p:cNvGrpSpPr/>
          <p:nvPr/>
        </p:nvGrpSpPr>
        <p:grpSpPr>
          <a:xfrm>
            <a:off x="631908" y="3490416"/>
            <a:ext cx="6355993" cy="1263749"/>
            <a:chOff x="631908" y="3490416"/>
            <a:chExt cx="6355993" cy="1263749"/>
          </a:xfrm>
        </p:grpSpPr>
        <p:pic>
          <p:nvPicPr>
            <p:cNvPr id="9" name="Image 3" descr="preencoded.png">
              <a:extLst>
                <a:ext uri="{FF2B5EF4-FFF2-40B4-BE49-F238E27FC236}">
                  <a16:creationId xmlns:a16="http://schemas.microsoft.com/office/drawing/2014/main" id="{410AF6EF-2FE3-765E-58CC-A0B1D18272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1908" y="3490416"/>
              <a:ext cx="423157" cy="423168"/>
            </a:xfrm>
            <a:prstGeom prst="rect">
              <a:avLst/>
            </a:prstGeom>
          </p:spPr>
        </p:pic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50AD3E18-41D4-62A2-E3F7-DB49822C84B6}"/>
                </a:ext>
              </a:extLst>
            </p:cNvPr>
            <p:cNvSpPr/>
            <p:nvPr/>
          </p:nvSpPr>
          <p:spPr>
            <a:xfrm>
              <a:off x="631908" y="4111923"/>
              <a:ext cx="6355993" cy="2784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75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Strong unique password</a:t>
              </a:r>
              <a:endParaRPr lang="en-US" sz="1750" dirty="0"/>
            </a:p>
          </p:txBody>
        </p:sp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0C683B80-AE49-B53C-A543-F6645CBA0AEA}"/>
                </a:ext>
              </a:extLst>
            </p:cNvPr>
            <p:cNvSpPr/>
            <p:nvPr/>
          </p:nvSpPr>
          <p:spPr>
            <a:xfrm>
              <a:off x="631908" y="4485481"/>
              <a:ext cx="6355993" cy="2686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29000"/>
                </a:lnSpc>
                <a:buNone/>
              </a:pPr>
              <a:r>
                <a:rPr lang="en-US" sz="1300" dirty="0">
                  <a:solidFill>
                    <a:srgbClr val="00000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🔐</a:t>
              </a:r>
              <a:r>
                <a:rPr lang="en-US" sz="13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Longer, unique, stored in a password manager</a:t>
              </a:r>
              <a:endParaRPr lang="en-US" sz="13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FD57EA9-9F04-3C53-D24C-D318C7BE6FB6}"/>
              </a:ext>
            </a:extLst>
          </p:cNvPr>
          <p:cNvGrpSpPr/>
          <p:nvPr/>
        </p:nvGrpSpPr>
        <p:grpSpPr>
          <a:xfrm>
            <a:off x="631908" y="5071467"/>
            <a:ext cx="6355993" cy="1263749"/>
            <a:chOff x="631908" y="5071467"/>
            <a:chExt cx="6355993" cy="1263749"/>
          </a:xfrm>
        </p:grpSpPr>
        <p:pic>
          <p:nvPicPr>
            <p:cNvPr id="12" name="Image 4" descr="preencoded.png">
              <a:extLst>
                <a:ext uri="{FF2B5EF4-FFF2-40B4-BE49-F238E27FC236}">
                  <a16:creationId xmlns:a16="http://schemas.microsoft.com/office/drawing/2014/main" id="{A485FC7F-93F9-7EC4-30C5-5E872BF155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1908" y="5071467"/>
              <a:ext cx="423157" cy="423168"/>
            </a:xfrm>
            <a:prstGeom prst="rect">
              <a:avLst/>
            </a:prstGeom>
          </p:spPr>
        </p:pic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5638D16C-787C-F979-E18C-837C054AA693}"/>
                </a:ext>
              </a:extLst>
            </p:cNvPr>
            <p:cNvSpPr/>
            <p:nvPr/>
          </p:nvSpPr>
          <p:spPr>
            <a:xfrm>
              <a:off x="631908" y="5692973"/>
              <a:ext cx="6355993" cy="2784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75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Strong password + 2FA</a:t>
              </a:r>
              <a:endParaRPr lang="en-US" sz="1750" dirty="0"/>
            </a:p>
          </p:txBody>
        </p:sp>
        <p:sp>
          <p:nvSpPr>
            <p:cNvPr id="14" name="Text 7">
              <a:extLst>
                <a:ext uri="{FF2B5EF4-FFF2-40B4-BE49-F238E27FC236}">
                  <a16:creationId xmlns:a16="http://schemas.microsoft.com/office/drawing/2014/main" id="{D421E8B4-C63F-3E8C-50D2-70885AE7F151}"/>
                </a:ext>
              </a:extLst>
            </p:cNvPr>
            <p:cNvSpPr/>
            <p:nvPr/>
          </p:nvSpPr>
          <p:spPr>
            <a:xfrm>
              <a:off x="631908" y="6066532"/>
              <a:ext cx="6355993" cy="2686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29000"/>
                </a:lnSpc>
                <a:buNone/>
              </a:pPr>
              <a:r>
                <a:rPr lang="en-US" sz="1300" dirty="0">
                  <a:solidFill>
                    <a:srgbClr val="00000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🛡️</a:t>
              </a:r>
              <a:r>
                <a:rPr lang="en-US" sz="13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Authenticator app, security key, or biometrics</a:t>
              </a:r>
              <a:endParaRPr lang="en-US" sz="13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36259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496491"/>
            <a:ext cx="10927878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Your Cyber Hygiene Routine</a:t>
            </a:r>
            <a:endParaRPr lang="en-US" sz="1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824309"/>
            <a:ext cx="10927878" cy="50012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6626" y="1419908"/>
            <a:ext cx="2544441" cy="31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Monthly Review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636626" y="1823987"/>
            <a:ext cx="2664469" cy="543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Update software, review passwords, check privacy settings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90327" y="3063755"/>
            <a:ext cx="2449592" cy="31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Weekly Tasks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90327" y="3467833"/>
            <a:ext cx="2449592" cy="543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 activity, remove suspicious apps/sessions, back up files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36626" y="4003191"/>
            <a:ext cx="2544441" cy="31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Daily Habits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36626" y="4407270"/>
            <a:ext cx="2664469" cy="362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Think before clicking, lock device, don't share OTPs</a:t>
            </a:r>
            <a:endParaRPr lang="en-US" sz="15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908" y="5628878"/>
            <a:ext cx="3612564" cy="8559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84018" y="5696545"/>
            <a:ext cx="108245" cy="1353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734796" y="5989836"/>
            <a:ext cx="3406789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Daily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34796" y="6165255"/>
            <a:ext cx="3406789" cy="108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Think before clicking • Lock device • Don't share OTPs</a:t>
            </a:r>
            <a:endParaRPr lang="en-US" sz="7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89516" y="5628878"/>
            <a:ext cx="3612564" cy="8559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41626" y="5696545"/>
            <a:ext cx="108245" cy="1353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4392403" y="5989836"/>
            <a:ext cx="3406789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Weekly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392403" y="6165255"/>
            <a:ext cx="3406789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 account activity • Remove suspicious sessions/apps • Back up important files</a:t>
            </a:r>
            <a:endParaRPr lang="en-US" sz="7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7124" y="5628878"/>
            <a:ext cx="3612564" cy="8559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99234" y="5696545"/>
            <a:ext cx="108245" cy="1353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8050011" y="5989836"/>
            <a:ext cx="3406789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Monthly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8050011" y="6165255"/>
            <a:ext cx="3406789" cy="108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updates • Review passwords • Audit privacy settings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611114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SECURITY IS A HABIT, NOT A ONE-TIME SETTING.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2566095"/>
            <a:ext cx="451335" cy="4513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08861" y="2566095"/>
            <a:ext cx="2815262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🔐</a:t>
            </a: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Strong passwords</a:t>
            </a:r>
            <a:endParaRPr lang="en-US" sz="1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9740" y="2566095"/>
            <a:ext cx="451335" cy="45134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6693" y="2566095"/>
            <a:ext cx="2815262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🛡️</a:t>
            </a: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2FA</a:t>
            </a:r>
            <a:endParaRPr lang="en-US" sz="1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7572" y="2566095"/>
            <a:ext cx="451335" cy="45134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744525" y="2566095"/>
            <a:ext cx="2815262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Updates</a:t>
            </a:r>
            <a:endParaRPr lang="en-US" sz="18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908" y="3378498"/>
            <a:ext cx="451335" cy="45134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308861" y="3378498"/>
            <a:ext cx="2815262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🎣</a:t>
            </a: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Phishing awareness</a:t>
            </a:r>
            <a:endParaRPr lang="en-US" sz="18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49740" y="3378498"/>
            <a:ext cx="451335" cy="45134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026693" y="3378498"/>
            <a:ext cx="2815262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💾</a:t>
            </a: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Backups</a:t>
            </a:r>
            <a:endParaRPr lang="en-US" sz="1850" dirty="0"/>
          </a:p>
        </p:txBody>
      </p:sp>
      <p:sp>
        <p:nvSpPr>
          <p:cNvPr id="13" name="Text 6"/>
          <p:cNvSpPr/>
          <p:nvPr/>
        </p:nvSpPr>
        <p:spPr>
          <a:xfrm>
            <a:off x="631908" y="4032945"/>
            <a:ext cx="1153746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Think before you click. Protect before you regret.</a:t>
            </a:r>
            <a:endParaRPr lang="en-US" sz="1400" dirty="0"/>
          </a:p>
        </p:txBody>
      </p:sp>
      <p:sp>
        <p:nvSpPr>
          <p:cNvPr id="14" name="Shape 7"/>
          <p:cNvSpPr/>
          <p:nvPr/>
        </p:nvSpPr>
        <p:spPr>
          <a:xfrm>
            <a:off x="631908" y="4524970"/>
            <a:ext cx="10927878" cy="721916"/>
          </a:xfrm>
          <a:prstGeom prst="roundRect">
            <a:avLst>
              <a:gd name="adj" fmla="val 37514"/>
            </a:avLst>
          </a:prstGeom>
          <a:solidFill>
            <a:srgbClr val="D4E9F7"/>
          </a:solidFill>
          <a:ln/>
        </p:spPr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383" y="4783038"/>
            <a:ext cx="225618" cy="180479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218475" y="4750495"/>
            <a:ext cx="10770422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Good cyber hygiene doesn't make you impossible to attack. It makes you much harder to compromise.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B1EA30-9B3A-582C-8B5F-82954D762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19666"/>
            <a:ext cx="5427507" cy="54186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2DECB7-5DEB-0114-978B-68F953BE242F}"/>
              </a:ext>
            </a:extLst>
          </p:cNvPr>
          <p:cNvSpPr txBox="1"/>
          <p:nvPr/>
        </p:nvSpPr>
        <p:spPr>
          <a:xfrm>
            <a:off x="668493" y="853017"/>
            <a:ext cx="75481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9600" b="1" dirty="0">
                <a:latin typeface="Aparajita" panose="02020603050405020304" pitchFamily="18" charset="0"/>
                <a:cs typeface="Aparajita" panose="02020603050405020304" pitchFamily="18" charset="0"/>
              </a:rPr>
              <a:t>Thank You</a:t>
            </a:r>
            <a:endParaRPr lang="en-US" sz="9600" b="1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003F91-CE84-5CD3-C1D5-C5DFF29E7B5E}"/>
              </a:ext>
            </a:extLst>
          </p:cNvPr>
          <p:cNvSpPr txBox="1"/>
          <p:nvPr/>
        </p:nvSpPr>
        <p:spPr>
          <a:xfrm>
            <a:off x="1608101" y="2767279"/>
            <a:ext cx="35482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4000" dirty="0"/>
              <a:t>Please fill this </a:t>
            </a:r>
            <a:r>
              <a:rPr lang="en-IN" sz="4000"/>
              <a:t>Google Form.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9187EC-C2B3-6A7B-3254-B6FCA662AA79}"/>
              </a:ext>
            </a:extLst>
          </p:cNvPr>
          <p:cNvSpPr txBox="1"/>
          <p:nvPr/>
        </p:nvSpPr>
        <p:spPr>
          <a:xfrm>
            <a:off x="1015743" y="5026717"/>
            <a:ext cx="5624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/>
              <a:t>https://forms.gle/x1AyVPqHUZbGxZFv8</a:t>
            </a:r>
          </a:p>
        </p:txBody>
      </p:sp>
    </p:spTree>
    <p:extLst>
      <p:ext uri="{BB962C8B-B14F-4D97-AF65-F5344CB8AC3E}">
        <p14:creationId xmlns:p14="http://schemas.microsoft.com/office/powerpoint/2010/main" val="29644764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</TotalTime>
  <Words>690</Words>
  <Application>Microsoft Office PowerPoint</Application>
  <PresentationFormat>Widescreen</PresentationFormat>
  <Paragraphs>131</Paragraphs>
  <Slides>14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Harsh Patel</dc:creator>
  <cp:lastModifiedBy>Harsh Patel</cp:lastModifiedBy>
  <cp:revision>6</cp:revision>
  <dcterms:created xsi:type="dcterms:W3CDTF">2026-08-20T03:21:42Z</dcterms:created>
  <dcterms:modified xsi:type="dcterms:W3CDTF">2026-09-03T10:50:24Z</dcterms:modified>
</cp:coreProperties>
</file>